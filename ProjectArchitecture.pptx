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Lst>
  <p:sldSz cy="5143500" cx="9144000"/>
  <p:notesSz cx="6858000" cy="9144000"/>
  <p:embeddedFontLst>
    <p:embeddedFont>
      <p:font typeface="Nunito"/>
      <p:regular r:id="rId26"/>
      <p:bold r:id="rId27"/>
      <p:italic r:id="rId28"/>
      <p:boldItalic r:id="rId29"/>
    </p:embeddedFont>
    <p:embeddedFont>
      <p:font typeface="Maven Pro"/>
      <p:regular r:id="rId30"/>
      <p:bold r:id="rId3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Nunito-regular.fntdata"/><Relationship Id="rId25" Type="http://schemas.openxmlformats.org/officeDocument/2006/relationships/slide" Target="slides/slide21.xml"/><Relationship Id="rId28" Type="http://schemas.openxmlformats.org/officeDocument/2006/relationships/font" Target="fonts/Nunito-italic.fntdata"/><Relationship Id="rId27" Type="http://schemas.openxmlformats.org/officeDocument/2006/relationships/font" Target="fonts/Nunito-bold.fntdata"/><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font" Target="fonts/Nunito-boldItalic.fntdata"/><Relationship Id="rId7" Type="http://schemas.openxmlformats.org/officeDocument/2006/relationships/slide" Target="slides/slide3.xml"/><Relationship Id="rId8" Type="http://schemas.openxmlformats.org/officeDocument/2006/relationships/slide" Target="slides/slide4.xml"/><Relationship Id="rId31" Type="http://schemas.openxmlformats.org/officeDocument/2006/relationships/font" Target="fonts/MavenPro-bold.fntdata"/><Relationship Id="rId30" Type="http://schemas.openxmlformats.org/officeDocument/2006/relationships/font" Target="fonts/MavenPro-regular.fntdata"/><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 name="Shape 2"/>
        <p:cNvGrpSpPr/>
        <p:nvPr/>
      </p:nvGrpSpPr>
      <p:grpSpPr>
        <a:xfrm>
          <a:off x="0" y="0"/>
          <a:ext cx="0" cy="0"/>
          <a:chOff x="0" y="0"/>
          <a:chExt cx="0" cy="0"/>
        </a:xfrm>
      </p:grpSpPr>
      <p:sp>
        <p:nvSpPr>
          <p:cNvPr id="3" name="Shape 3"/>
          <p:cNvSpPr/>
          <p:nvPr>
            <p:ph idx="2" type="sldImg"/>
          </p:nvPr>
        </p:nvSpPr>
        <p:spPr>
          <a:xfrm>
            <a:off x="381300" y="685800"/>
            <a:ext cx="6096075" cy="3429000"/>
          </a:xfrm>
          <a:custGeom>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med" w="med" type="none"/>
            <a:tailEnd len="med" w="med" type="none"/>
          </a:ln>
        </p:spPr>
      </p:sp>
      <p:sp>
        <p:nvSpPr>
          <p:cNvPr id="4" name="Shape 4"/>
          <p:cNvSpPr txBox="1"/>
          <p:nvPr>
            <p:ph idx="1" type="body"/>
          </p:nvPr>
        </p:nvSpPr>
        <p:spPr>
          <a:xfrm>
            <a:off x="685800" y="4343400"/>
            <a:ext cx="5486400" cy="4114800"/>
          </a:xfrm>
          <a:prstGeom prst="rect">
            <a:avLst/>
          </a:prstGeom>
          <a:noFill/>
          <a:ln>
            <a:noFill/>
          </a:ln>
        </p:spPr>
        <p:txBody>
          <a:bodyPr anchorCtr="0" anchor="t" bIns="91425" lIns="91425" rIns="91425" wrap="square" tIns="91425"/>
          <a:lstStyle>
            <a:lvl1pPr lvl="0">
              <a:spcBef>
                <a:spcPts val="0"/>
              </a:spcBef>
              <a:buSzPts val="1100"/>
              <a:buChar char="●"/>
              <a:defRPr sz="1100"/>
            </a:lvl1pPr>
            <a:lvl2pPr lvl="1">
              <a:spcBef>
                <a:spcPts val="0"/>
              </a:spcBef>
              <a:buSzPts val="1100"/>
              <a:buChar char="○"/>
              <a:defRPr sz="1100"/>
            </a:lvl2pPr>
            <a:lvl3pPr lvl="2">
              <a:spcBef>
                <a:spcPts val="0"/>
              </a:spcBef>
              <a:buSzPts val="1100"/>
              <a:buChar char="■"/>
              <a:defRPr sz="1100"/>
            </a:lvl3pPr>
            <a:lvl4pPr lvl="3">
              <a:spcBef>
                <a:spcPts val="0"/>
              </a:spcBef>
              <a:buSzPts val="1100"/>
              <a:buChar char="●"/>
              <a:defRPr sz="1100"/>
            </a:lvl4pPr>
            <a:lvl5pPr lvl="4">
              <a:spcBef>
                <a:spcPts val="0"/>
              </a:spcBef>
              <a:buSzPts val="1100"/>
              <a:buChar char="○"/>
              <a:defRPr sz="1100"/>
            </a:lvl5pPr>
            <a:lvl6pPr lvl="5">
              <a:spcBef>
                <a:spcPts val="0"/>
              </a:spcBef>
              <a:buSzPts val="1100"/>
              <a:buChar char="■"/>
              <a:defRPr sz="1100"/>
            </a:lvl6pPr>
            <a:lvl7pPr lvl="6">
              <a:spcBef>
                <a:spcPts val="0"/>
              </a:spcBef>
              <a:buSzPts val="1100"/>
              <a:buChar char="●"/>
              <a:defRPr sz="1100"/>
            </a:lvl7pPr>
            <a:lvl8pPr lvl="7">
              <a:spcBef>
                <a:spcPts val="0"/>
              </a:spcBef>
              <a:buSzPts val="1100"/>
              <a:buChar char="○"/>
              <a:defRPr sz="1100"/>
            </a:lvl8pPr>
            <a:lvl9pPr lvl="8">
              <a:spcBef>
                <a:spcPts val="0"/>
              </a:spcBef>
              <a:buSzPts val="1100"/>
              <a:buChar char="■"/>
              <a:defRPr sz="1100"/>
            </a:lvl9pPr>
          </a:lstStyle>
          <a:p/>
        </p:txBody>
      </p:sp>
    </p:spTree>
  </p:cSld>
  <p:clrMap accent1="accent1" accent2="accent2" accent3="accent3" accent4="accent4" accent5="accent5" accent6="accent6" bg1="lt1" bg2="dk2" tx1="dk1" tx2="lt2" folHlink="folHlink" hlink="hlink"/>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73" name="Shape 273"/>
        <p:cNvGrpSpPr/>
        <p:nvPr/>
      </p:nvGrpSpPr>
      <p:grpSpPr>
        <a:xfrm>
          <a:off x="0" y="0"/>
          <a:ext cx="0" cy="0"/>
          <a:chOff x="0" y="0"/>
          <a:chExt cx="0" cy="0"/>
        </a:xfrm>
      </p:grpSpPr>
      <p:sp>
        <p:nvSpPr>
          <p:cNvPr id="274" name="Shape 274"/>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275" name="Shape 275"/>
          <p:cNvSpPr txBox="1"/>
          <p:nvPr>
            <p:ph idx="1" type="body"/>
          </p:nvPr>
        </p:nvSpPr>
        <p:spPr>
          <a:xfrm>
            <a:off x="685800" y="4343400"/>
            <a:ext cx="5486400" cy="4114800"/>
          </a:xfrm>
          <a:prstGeom prst="rect">
            <a:avLst/>
          </a:prstGeom>
        </p:spPr>
        <p:txBody>
          <a:bodyPr anchorCtr="0" anchor="t" bIns="91425" lIns="91425" rIns="91425" wrap="square" tIns="91425">
            <a:noAutofit/>
          </a:bodyPr>
          <a:lstStyle/>
          <a:p>
            <a:pPr indent="0" lvl="0" marL="0">
              <a:spcBef>
                <a:spcPts val="0"/>
              </a:spcBef>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79" name="Shape 279"/>
        <p:cNvGrpSpPr/>
        <p:nvPr/>
      </p:nvGrpSpPr>
      <p:grpSpPr>
        <a:xfrm>
          <a:off x="0" y="0"/>
          <a:ext cx="0" cy="0"/>
          <a:chOff x="0" y="0"/>
          <a:chExt cx="0" cy="0"/>
        </a:xfrm>
      </p:grpSpPr>
      <p:sp>
        <p:nvSpPr>
          <p:cNvPr id="280" name="Shape 280"/>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281" name="Shape 281"/>
          <p:cNvSpPr txBox="1"/>
          <p:nvPr>
            <p:ph idx="1" type="body"/>
          </p:nvPr>
        </p:nvSpPr>
        <p:spPr>
          <a:xfrm>
            <a:off x="685800" y="4343400"/>
            <a:ext cx="5486400" cy="4114800"/>
          </a:xfrm>
          <a:prstGeom prst="rect">
            <a:avLst/>
          </a:prstGeom>
        </p:spPr>
        <p:txBody>
          <a:bodyPr anchorCtr="0" anchor="t" bIns="91425" lIns="91425" rIns="91425" wrap="square" tIns="91425">
            <a:noAutofit/>
          </a:bodyPr>
          <a:lstStyle/>
          <a:p>
            <a:pPr indent="0" lvl="0" marL="0">
              <a:spcBef>
                <a:spcPts val="0"/>
              </a:spcBef>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84" name="Shape 284"/>
        <p:cNvGrpSpPr/>
        <p:nvPr/>
      </p:nvGrpSpPr>
      <p:grpSpPr>
        <a:xfrm>
          <a:off x="0" y="0"/>
          <a:ext cx="0" cy="0"/>
          <a:chOff x="0" y="0"/>
          <a:chExt cx="0" cy="0"/>
        </a:xfrm>
      </p:grpSpPr>
      <p:sp>
        <p:nvSpPr>
          <p:cNvPr id="285" name="Shape 285"/>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286" name="Shape 286"/>
          <p:cNvSpPr txBox="1"/>
          <p:nvPr>
            <p:ph idx="1" type="body"/>
          </p:nvPr>
        </p:nvSpPr>
        <p:spPr>
          <a:xfrm>
            <a:off x="685800" y="4343400"/>
            <a:ext cx="5486400" cy="4114800"/>
          </a:xfrm>
          <a:prstGeom prst="rect">
            <a:avLst/>
          </a:prstGeom>
        </p:spPr>
        <p:txBody>
          <a:bodyPr anchorCtr="0" anchor="t" bIns="91425" lIns="91425" rIns="91425" wrap="square" tIns="91425">
            <a:noAutofit/>
          </a:bodyPr>
          <a:lstStyle/>
          <a:p>
            <a:pPr indent="0" lvl="0" marL="0">
              <a:spcBef>
                <a:spcPts val="0"/>
              </a:spcBef>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91" name="Shape 291"/>
        <p:cNvGrpSpPr/>
        <p:nvPr/>
      </p:nvGrpSpPr>
      <p:grpSpPr>
        <a:xfrm>
          <a:off x="0" y="0"/>
          <a:ext cx="0" cy="0"/>
          <a:chOff x="0" y="0"/>
          <a:chExt cx="0" cy="0"/>
        </a:xfrm>
      </p:grpSpPr>
      <p:sp>
        <p:nvSpPr>
          <p:cNvPr id="292" name="Shape 292"/>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293" name="Shape 293"/>
          <p:cNvSpPr txBox="1"/>
          <p:nvPr>
            <p:ph idx="1" type="body"/>
          </p:nvPr>
        </p:nvSpPr>
        <p:spPr>
          <a:xfrm>
            <a:off x="685800" y="4343400"/>
            <a:ext cx="5486400" cy="4114800"/>
          </a:xfrm>
          <a:prstGeom prst="rect">
            <a:avLst/>
          </a:prstGeom>
        </p:spPr>
        <p:txBody>
          <a:bodyPr anchorCtr="0" anchor="t" bIns="91425" lIns="91425" rIns="91425" wrap="square" tIns="91425">
            <a:noAutofit/>
          </a:bodyPr>
          <a:lstStyle/>
          <a:p>
            <a:pPr indent="0" lvl="0" marL="0">
              <a:spcBef>
                <a:spcPts val="0"/>
              </a:spcBef>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296" name="Shape 296"/>
        <p:cNvGrpSpPr/>
        <p:nvPr/>
      </p:nvGrpSpPr>
      <p:grpSpPr>
        <a:xfrm>
          <a:off x="0" y="0"/>
          <a:ext cx="0" cy="0"/>
          <a:chOff x="0" y="0"/>
          <a:chExt cx="0" cy="0"/>
        </a:xfrm>
      </p:grpSpPr>
      <p:sp>
        <p:nvSpPr>
          <p:cNvPr id="297" name="Shape 297"/>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298" name="Shape 298"/>
          <p:cNvSpPr txBox="1"/>
          <p:nvPr>
            <p:ph idx="1" type="body"/>
          </p:nvPr>
        </p:nvSpPr>
        <p:spPr>
          <a:xfrm>
            <a:off x="685800" y="4343400"/>
            <a:ext cx="5486400" cy="4114800"/>
          </a:xfrm>
          <a:prstGeom prst="rect">
            <a:avLst/>
          </a:prstGeom>
        </p:spPr>
        <p:txBody>
          <a:bodyPr anchorCtr="0" anchor="t" bIns="91425" lIns="91425" rIns="91425" wrap="square" tIns="91425">
            <a:noAutofit/>
          </a:bodyPr>
          <a:lstStyle/>
          <a:p>
            <a:pPr indent="0" lvl="0" marL="0">
              <a:spcBef>
                <a:spcPts val="0"/>
              </a:spcBef>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03" name="Shape 303"/>
        <p:cNvGrpSpPr/>
        <p:nvPr/>
      </p:nvGrpSpPr>
      <p:grpSpPr>
        <a:xfrm>
          <a:off x="0" y="0"/>
          <a:ext cx="0" cy="0"/>
          <a:chOff x="0" y="0"/>
          <a:chExt cx="0" cy="0"/>
        </a:xfrm>
      </p:grpSpPr>
      <p:sp>
        <p:nvSpPr>
          <p:cNvPr id="304" name="Shape 304"/>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305" name="Shape 305"/>
          <p:cNvSpPr txBox="1"/>
          <p:nvPr>
            <p:ph idx="1" type="body"/>
          </p:nvPr>
        </p:nvSpPr>
        <p:spPr>
          <a:xfrm>
            <a:off x="685800" y="4343400"/>
            <a:ext cx="5486400" cy="4114800"/>
          </a:xfrm>
          <a:prstGeom prst="rect">
            <a:avLst/>
          </a:prstGeom>
        </p:spPr>
        <p:txBody>
          <a:bodyPr anchorCtr="0" anchor="t" bIns="91425" lIns="91425" rIns="91425" wrap="square" tIns="91425">
            <a:noAutofit/>
          </a:bodyPr>
          <a:lstStyle/>
          <a:p>
            <a:pPr indent="0" lvl="0" marL="0">
              <a:spcBef>
                <a:spcPts val="0"/>
              </a:spcBef>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10" name="Shape 310"/>
        <p:cNvGrpSpPr/>
        <p:nvPr/>
      </p:nvGrpSpPr>
      <p:grpSpPr>
        <a:xfrm>
          <a:off x="0" y="0"/>
          <a:ext cx="0" cy="0"/>
          <a:chOff x="0" y="0"/>
          <a:chExt cx="0" cy="0"/>
        </a:xfrm>
      </p:grpSpPr>
      <p:sp>
        <p:nvSpPr>
          <p:cNvPr id="311" name="Shape 311"/>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312" name="Shape 312"/>
          <p:cNvSpPr txBox="1"/>
          <p:nvPr>
            <p:ph idx="1" type="body"/>
          </p:nvPr>
        </p:nvSpPr>
        <p:spPr>
          <a:xfrm>
            <a:off x="685800" y="4343400"/>
            <a:ext cx="5486400" cy="4114800"/>
          </a:xfrm>
          <a:prstGeom prst="rect">
            <a:avLst/>
          </a:prstGeom>
        </p:spPr>
        <p:txBody>
          <a:bodyPr anchorCtr="0" anchor="t" bIns="91425" lIns="91425" rIns="91425" wrap="square" tIns="91425">
            <a:noAutofit/>
          </a:bodyPr>
          <a:lstStyle/>
          <a:p>
            <a:pPr indent="0" lvl="0" marL="0">
              <a:spcBef>
                <a:spcPts val="0"/>
              </a:spcBef>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17" name="Shape 317"/>
        <p:cNvGrpSpPr/>
        <p:nvPr/>
      </p:nvGrpSpPr>
      <p:grpSpPr>
        <a:xfrm>
          <a:off x="0" y="0"/>
          <a:ext cx="0" cy="0"/>
          <a:chOff x="0" y="0"/>
          <a:chExt cx="0" cy="0"/>
        </a:xfrm>
      </p:grpSpPr>
      <p:sp>
        <p:nvSpPr>
          <p:cNvPr id="318" name="Shape 318"/>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319" name="Shape 319"/>
          <p:cNvSpPr txBox="1"/>
          <p:nvPr>
            <p:ph idx="1" type="body"/>
          </p:nvPr>
        </p:nvSpPr>
        <p:spPr>
          <a:xfrm>
            <a:off x="685800" y="4343400"/>
            <a:ext cx="5486400" cy="4114800"/>
          </a:xfrm>
          <a:prstGeom prst="rect">
            <a:avLst/>
          </a:prstGeom>
        </p:spPr>
        <p:txBody>
          <a:bodyPr anchorCtr="0" anchor="t" bIns="91425" lIns="91425" rIns="91425" wrap="square" tIns="91425">
            <a:noAutofit/>
          </a:bodyPr>
          <a:lstStyle/>
          <a:p>
            <a:pPr indent="0" lvl="0" marL="0">
              <a:spcBef>
                <a:spcPts val="0"/>
              </a:spcBef>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23" name="Shape 323"/>
        <p:cNvGrpSpPr/>
        <p:nvPr/>
      </p:nvGrpSpPr>
      <p:grpSpPr>
        <a:xfrm>
          <a:off x="0" y="0"/>
          <a:ext cx="0" cy="0"/>
          <a:chOff x="0" y="0"/>
          <a:chExt cx="0" cy="0"/>
        </a:xfrm>
      </p:grpSpPr>
      <p:sp>
        <p:nvSpPr>
          <p:cNvPr id="324" name="Shape 324"/>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325" name="Shape 325"/>
          <p:cNvSpPr txBox="1"/>
          <p:nvPr>
            <p:ph idx="1" type="body"/>
          </p:nvPr>
        </p:nvSpPr>
        <p:spPr>
          <a:xfrm>
            <a:off x="685800" y="4343400"/>
            <a:ext cx="5486400" cy="4114800"/>
          </a:xfrm>
          <a:prstGeom prst="rect">
            <a:avLst/>
          </a:prstGeom>
        </p:spPr>
        <p:txBody>
          <a:bodyPr anchorCtr="0" anchor="t" bIns="91425" lIns="91425" rIns="91425" wrap="square" tIns="91425">
            <a:noAutofit/>
          </a:bodyPr>
          <a:lstStyle/>
          <a:p>
            <a:pPr indent="0" lvl="0" marL="0">
              <a:spcBef>
                <a:spcPts val="0"/>
              </a:spcBef>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28" name="Shape 328"/>
        <p:cNvGrpSpPr/>
        <p:nvPr/>
      </p:nvGrpSpPr>
      <p:grpSpPr>
        <a:xfrm>
          <a:off x="0" y="0"/>
          <a:ext cx="0" cy="0"/>
          <a:chOff x="0" y="0"/>
          <a:chExt cx="0" cy="0"/>
        </a:xfrm>
      </p:grpSpPr>
      <p:sp>
        <p:nvSpPr>
          <p:cNvPr id="329" name="Shape 329"/>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330" name="Shape 330"/>
          <p:cNvSpPr txBox="1"/>
          <p:nvPr>
            <p:ph idx="1" type="body"/>
          </p:nvPr>
        </p:nvSpPr>
        <p:spPr>
          <a:xfrm>
            <a:off x="685800" y="4343400"/>
            <a:ext cx="5486400" cy="4114800"/>
          </a:xfrm>
          <a:prstGeom prst="rect">
            <a:avLst/>
          </a:prstGeom>
        </p:spPr>
        <p:txBody>
          <a:bodyPr anchorCtr="0" anchor="t" bIns="91425" lIns="91425" rIns="91425" wrap="square" tIns="91425">
            <a:noAutofit/>
          </a:bodyPr>
          <a:lstStyle/>
          <a:p>
            <a:pPr indent="0" lvl="0" marL="0">
              <a:spcBef>
                <a:spcPts val="0"/>
              </a:spcBef>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35" name="Shape 335"/>
        <p:cNvGrpSpPr/>
        <p:nvPr/>
      </p:nvGrpSpPr>
      <p:grpSpPr>
        <a:xfrm>
          <a:off x="0" y="0"/>
          <a:ext cx="0" cy="0"/>
          <a:chOff x="0" y="0"/>
          <a:chExt cx="0" cy="0"/>
        </a:xfrm>
      </p:grpSpPr>
      <p:sp>
        <p:nvSpPr>
          <p:cNvPr id="336" name="Shape 336"/>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337" name="Shape 337"/>
          <p:cNvSpPr txBox="1"/>
          <p:nvPr>
            <p:ph idx="1" type="body"/>
          </p:nvPr>
        </p:nvSpPr>
        <p:spPr>
          <a:xfrm>
            <a:off x="685800" y="4343400"/>
            <a:ext cx="5486400" cy="4114800"/>
          </a:xfrm>
          <a:prstGeom prst="rect">
            <a:avLst/>
          </a:prstGeom>
        </p:spPr>
        <p:txBody>
          <a:bodyPr anchorCtr="0" anchor="t" bIns="91425" lIns="91425" rIns="91425" wrap="square" tIns="91425">
            <a:noAutofit/>
          </a:bodyPr>
          <a:lstStyle/>
          <a:p>
            <a:pPr indent="0" lvl="0" marL="0">
              <a:spcBef>
                <a:spcPts val="0"/>
              </a:spcBef>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42" name="Shape 342"/>
        <p:cNvGrpSpPr/>
        <p:nvPr/>
      </p:nvGrpSpPr>
      <p:grpSpPr>
        <a:xfrm>
          <a:off x="0" y="0"/>
          <a:ext cx="0" cy="0"/>
          <a:chOff x="0" y="0"/>
          <a:chExt cx="0" cy="0"/>
        </a:xfrm>
      </p:grpSpPr>
      <p:sp>
        <p:nvSpPr>
          <p:cNvPr id="343" name="Shape 343"/>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344" name="Shape 344"/>
          <p:cNvSpPr txBox="1"/>
          <p:nvPr>
            <p:ph idx="1" type="body"/>
          </p:nvPr>
        </p:nvSpPr>
        <p:spPr>
          <a:xfrm>
            <a:off x="685800" y="4343400"/>
            <a:ext cx="5486400" cy="4114800"/>
          </a:xfrm>
          <a:prstGeom prst="rect">
            <a:avLst/>
          </a:prstGeom>
        </p:spPr>
        <p:txBody>
          <a:bodyPr anchorCtr="0" anchor="t" bIns="91425" lIns="91425" rIns="91425" wrap="square" tIns="91425">
            <a:noAutofit/>
          </a:bodyPr>
          <a:lstStyle/>
          <a:p>
            <a:pPr indent="0" lvl="0" marL="0">
              <a:spcBef>
                <a:spcPts val="0"/>
              </a:spcBef>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49" name="Shape 349"/>
        <p:cNvGrpSpPr/>
        <p:nvPr/>
      </p:nvGrpSpPr>
      <p:grpSpPr>
        <a:xfrm>
          <a:off x="0" y="0"/>
          <a:ext cx="0" cy="0"/>
          <a:chOff x="0" y="0"/>
          <a:chExt cx="0" cy="0"/>
        </a:xfrm>
      </p:grpSpPr>
      <p:sp>
        <p:nvSpPr>
          <p:cNvPr id="350" name="Shape 350"/>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351" name="Shape 351"/>
          <p:cNvSpPr txBox="1"/>
          <p:nvPr>
            <p:ph idx="1" type="body"/>
          </p:nvPr>
        </p:nvSpPr>
        <p:spPr>
          <a:xfrm>
            <a:off x="685800" y="4343400"/>
            <a:ext cx="5486400" cy="4114800"/>
          </a:xfrm>
          <a:prstGeom prst="rect">
            <a:avLst/>
          </a:prstGeom>
        </p:spPr>
        <p:txBody>
          <a:bodyPr anchorCtr="0" anchor="t" bIns="91425" lIns="91425" rIns="91425" wrap="square" tIns="91425">
            <a:noAutofit/>
          </a:bodyPr>
          <a:lstStyle/>
          <a:p>
            <a:pPr indent="0" lvl="0" marL="0" rtl="0">
              <a:spcBef>
                <a:spcPts val="0"/>
              </a:spcBef>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55" name="Shape 355"/>
        <p:cNvGrpSpPr/>
        <p:nvPr/>
      </p:nvGrpSpPr>
      <p:grpSpPr>
        <a:xfrm>
          <a:off x="0" y="0"/>
          <a:ext cx="0" cy="0"/>
          <a:chOff x="0" y="0"/>
          <a:chExt cx="0" cy="0"/>
        </a:xfrm>
      </p:grpSpPr>
      <p:sp>
        <p:nvSpPr>
          <p:cNvPr id="356" name="Shape 356"/>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357" name="Shape 357"/>
          <p:cNvSpPr txBox="1"/>
          <p:nvPr>
            <p:ph idx="1" type="body"/>
          </p:nvPr>
        </p:nvSpPr>
        <p:spPr>
          <a:xfrm>
            <a:off x="685800" y="4343400"/>
            <a:ext cx="5486400" cy="4114800"/>
          </a:xfrm>
          <a:prstGeom prst="rect">
            <a:avLst/>
          </a:prstGeom>
        </p:spPr>
        <p:txBody>
          <a:bodyPr anchorCtr="0" anchor="t" bIns="91425" lIns="91425" rIns="91425" wrap="square" tIns="91425">
            <a:noAutofit/>
          </a:bodyPr>
          <a:lstStyle/>
          <a:p>
            <a:pPr indent="0" lvl="0" marL="0">
              <a:spcBef>
                <a:spcPts val="0"/>
              </a:spcBef>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60" name="Shape 360"/>
        <p:cNvGrpSpPr/>
        <p:nvPr/>
      </p:nvGrpSpPr>
      <p:grpSpPr>
        <a:xfrm>
          <a:off x="0" y="0"/>
          <a:ext cx="0" cy="0"/>
          <a:chOff x="0" y="0"/>
          <a:chExt cx="0" cy="0"/>
        </a:xfrm>
      </p:grpSpPr>
      <p:sp>
        <p:nvSpPr>
          <p:cNvPr id="361" name="Shape 361"/>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362" name="Shape 362"/>
          <p:cNvSpPr txBox="1"/>
          <p:nvPr>
            <p:ph idx="1" type="body"/>
          </p:nvPr>
        </p:nvSpPr>
        <p:spPr>
          <a:xfrm>
            <a:off x="685800" y="4343400"/>
            <a:ext cx="5486400" cy="4114800"/>
          </a:xfrm>
          <a:prstGeom prst="rect">
            <a:avLst/>
          </a:prstGeom>
        </p:spPr>
        <p:txBody>
          <a:bodyPr anchorCtr="0" anchor="t" bIns="91425" lIns="91425" rIns="91425" wrap="square" tIns="91425">
            <a:noAutofit/>
          </a:bodyPr>
          <a:lstStyle/>
          <a:p>
            <a:pPr indent="0" lvl="0" marL="0">
              <a:spcBef>
                <a:spcPts val="0"/>
              </a:spcBef>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67" name="Shape 367"/>
        <p:cNvGrpSpPr/>
        <p:nvPr/>
      </p:nvGrpSpPr>
      <p:grpSpPr>
        <a:xfrm>
          <a:off x="0" y="0"/>
          <a:ext cx="0" cy="0"/>
          <a:chOff x="0" y="0"/>
          <a:chExt cx="0" cy="0"/>
        </a:xfrm>
      </p:grpSpPr>
      <p:sp>
        <p:nvSpPr>
          <p:cNvPr id="368" name="Shape 368"/>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369" name="Shape 369"/>
          <p:cNvSpPr txBox="1"/>
          <p:nvPr>
            <p:ph idx="1" type="body"/>
          </p:nvPr>
        </p:nvSpPr>
        <p:spPr>
          <a:xfrm>
            <a:off x="685800" y="4343400"/>
            <a:ext cx="5486400" cy="4114800"/>
          </a:xfrm>
          <a:prstGeom prst="rect">
            <a:avLst/>
          </a:prstGeom>
        </p:spPr>
        <p:txBody>
          <a:bodyPr anchorCtr="0" anchor="t" bIns="91425" lIns="91425" rIns="91425" wrap="square" tIns="91425">
            <a:noAutofit/>
          </a:bodyPr>
          <a:lstStyle/>
          <a:p>
            <a:pPr indent="0" lvl="0" marL="0">
              <a:spcBef>
                <a:spcPts val="0"/>
              </a:spcBef>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74" name="Shape 374"/>
        <p:cNvGrpSpPr/>
        <p:nvPr/>
      </p:nvGrpSpPr>
      <p:grpSpPr>
        <a:xfrm>
          <a:off x="0" y="0"/>
          <a:ext cx="0" cy="0"/>
          <a:chOff x="0" y="0"/>
          <a:chExt cx="0" cy="0"/>
        </a:xfrm>
      </p:grpSpPr>
      <p:sp>
        <p:nvSpPr>
          <p:cNvPr id="375" name="Shape 375"/>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376" name="Shape 376"/>
          <p:cNvSpPr txBox="1"/>
          <p:nvPr>
            <p:ph idx="1" type="body"/>
          </p:nvPr>
        </p:nvSpPr>
        <p:spPr>
          <a:xfrm>
            <a:off x="685800" y="4343400"/>
            <a:ext cx="5486400" cy="4114800"/>
          </a:xfrm>
          <a:prstGeom prst="rect">
            <a:avLst/>
          </a:prstGeom>
        </p:spPr>
        <p:txBody>
          <a:bodyPr anchorCtr="0" anchor="t" bIns="91425" lIns="91425" rIns="91425" wrap="square" tIns="91425">
            <a:noAutofit/>
          </a:bodyPr>
          <a:lstStyle/>
          <a:p>
            <a:pPr indent="0" lvl="0" marL="0">
              <a:spcBef>
                <a:spcPts val="0"/>
              </a:spcBef>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81" name="Shape 381"/>
        <p:cNvGrpSpPr/>
        <p:nvPr/>
      </p:nvGrpSpPr>
      <p:grpSpPr>
        <a:xfrm>
          <a:off x="0" y="0"/>
          <a:ext cx="0" cy="0"/>
          <a:chOff x="0" y="0"/>
          <a:chExt cx="0" cy="0"/>
        </a:xfrm>
      </p:grpSpPr>
      <p:sp>
        <p:nvSpPr>
          <p:cNvPr id="382" name="Shape 382"/>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383" name="Shape 383"/>
          <p:cNvSpPr txBox="1"/>
          <p:nvPr>
            <p:ph idx="1" type="body"/>
          </p:nvPr>
        </p:nvSpPr>
        <p:spPr>
          <a:xfrm>
            <a:off x="685800" y="4343400"/>
            <a:ext cx="5486400" cy="4114800"/>
          </a:xfrm>
          <a:prstGeom prst="rect">
            <a:avLst/>
          </a:prstGeom>
        </p:spPr>
        <p:txBody>
          <a:bodyPr anchorCtr="0" anchor="t" bIns="91425" lIns="91425" rIns="91425" wrap="square" tIns="91425">
            <a:noAutofit/>
          </a:bodyPr>
          <a:lstStyle/>
          <a:p>
            <a:pPr indent="0" lvl="0" marL="0" rtl="0">
              <a:spcBef>
                <a:spcPts val="0"/>
              </a:spcBef>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87" name="Shape 387"/>
        <p:cNvGrpSpPr/>
        <p:nvPr/>
      </p:nvGrpSpPr>
      <p:grpSpPr>
        <a:xfrm>
          <a:off x="0" y="0"/>
          <a:ext cx="0" cy="0"/>
          <a:chOff x="0" y="0"/>
          <a:chExt cx="0" cy="0"/>
        </a:xfrm>
      </p:grpSpPr>
      <p:sp>
        <p:nvSpPr>
          <p:cNvPr id="388" name="Shape 388"/>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389" name="Shape 389"/>
          <p:cNvSpPr txBox="1"/>
          <p:nvPr>
            <p:ph idx="1" type="body"/>
          </p:nvPr>
        </p:nvSpPr>
        <p:spPr>
          <a:xfrm>
            <a:off x="685800" y="4343400"/>
            <a:ext cx="5486400" cy="4114800"/>
          </a:xfrm>
          <a:prstGeom prst="rect">
            <a:avLst/>
          </a:prstGeom>
        </p:spPr>
        <p:txBody>
          <a:bodyPr anchorCtr="0" anchor="t" bIns="91425" lIns="91425" rIns="91425" wrap="square" tIns="91425">
            <a:noAutofit/>
          </a:bodyPr>
          <a:lstStyle/>
          <a:p>
            <a:pPr indent="0" lvl="0" marL="0">
              <a:spcBef>
                <a:spcPts val="0"/>
              </a:spcBef>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92" name="Shape 392"/>
        <p:cNvGrpSpPr/>
        <p:nvPr/>
      </p:nvGrpSpPr>
      <p:grpSpPr>
        <a:xfrm>
          <a:off x="0" y="0"/>
          <a:ext cx="0" cy="0"/>
          <a:chOff x="0" y="0"/>
          <a:chExt cx="0" cy="0"/>
        </a:xfrm>
      </p:grpSpPr>
      <p:sp>
        <p:nvSpPr>
          <p:cNvPr id="393" name="Shape 393"/>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394" name="Shape 394"/>
          <p:cNvSpPr txBox="1"/>
          <p:nvPr>
            <p:ph idx="1" type="body"/>
          </p:nvPr>
        </p:nvSpPr>
        <p:spPr>
          <a:xfrm>
            <a:off x="685800" y="4343400"/>
            <a:ext cx="5486400" cy="4114800"/>
          </a:xfrm>
          <a:prstGeom prst="rect">
            <a:avLst/>
          </a:prstGeom>
        </p:spPr>
        <p:txBody>
          <a:bodyPr anchorCtr="0" anchor="t" bIns="91425" lIns="91425" rIns="91425" wrap="square" tIns="91425">
            <a:noAutofit/>
          </a:bodyPr>
          <a:lstStyle/>
          <a:p>
            <a:pPr indent="0" lvl="0" marL="0">
              <a:spcBef>
                <a:spcPts val="0"/>
              </a:spcBef>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showMasterPhAnim="0" showMasterSp="0">
  <p:cSld>
    <p:spTree>
      <p:nvGrpSpPr>
        <p:cNvPr id="397" name="Shape 397"/>
        <p:cNvGrpSpPr/>
        <p:nvPr/>
      </p:nvGrpSpPr>
      <p:grpSpPr>
        <a:xfrm>
          <a:off x="0" y="0"/>
          <a:ext cx="0" cy="0"/>
          <a:chOff x="0" y="0"/>
          <a:chExt cx="0" cy="0"/>
        </a:xfrm>
      </p:grpSpPr>
      <p:sp>
        <p:nvSpPr>
          <p:cNvPr id="398" name="Shape 398"/>
          <p:cNvSpPr/>
          <p:nvPr>
            <p:ph idx="2" type="sldImg"/>
          </p:nvPr>
        </p:nvSpPr>
        <p:spPr>
          <a:xfrm>
            <a:off x="381300" y="685800"/>
            <a:ext cx="6096000" cy="3429000"/>
          </a:xfrm>
          <a:custGeom>
            <a:pathLst>
              <a:path extrusionOk="0" h="120000" w="120000">
                <a:moveTo>
                  <a:pt x="0" y="0"/>
                </a:moveTo>
                <a:lnTo>
                  <a:pt x="120000" y="0"/>
                </a:lnTo>
                <a:lnTo>
                  <a:pt x="120000" y="120000"/>
                </a:lnTo>
                <a:lnTo>
                  <a:pt x="0" y="120000"/>
                </a:lnTo>
                <a:close/>
              </a:path>
            </a:pathLst>
          </a:custGeom>
        </p:spPr>
      </p:sp>
      <p:sp>
        <p:nvSpPr>
          <p:cNvPr id="399" name="Shape 399"/>
          <p:cNvSpPr txBox="1"/>
          <p:nvPr>
            <p:ph idx="1" type="body"/>
          </p:nvPr>
        </p:nvSpPr>
        <p:spPr>
          <a:xfrm>
            <a:off x="685800" y="4343400"/>
            <a:ext cx="5486400" cy="4114800"/>
          </a:xfrm>
          <a:prstGeom prst="rect">
            <a:avLst/>
          </a:prstGeom>
        </p:spPr>
        <p:txBody>
          <a:bodyPr anchorCtr="0" anchor="t" bIns="91425" lIns="91425" rIns="91425" wrap="square" tIns="91425">
            <a:noAutofit/>
          </a:bodyPr>
          <a:lstStyle/>
          <a:p>
            <a:pPr indent="0" lvl="0" marL="0">
              <a:spcBef>
                <a:spcPts val="0"/>
              </a:spcBef>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type="title">
  <p:cSld name="Title slide">
    <p:bg>
      <p:bgPr>
        <a:solidFill>
          <a:schemeClr val="accent3"/>
        </a:solidFill>
      </p:bgPr>
    </p:bg>
    <p:spTree>
      <p:nvGrpSpPr>
        <p:cNvPr id="9" name="Shape 9"/>
        <p:cNvGrpSpPr/>
        <p:nvPr/>
      </p:nvGrpSpPr>
      <p:grpSpPr>
        <a:xfrm>
          <a:off x="0" y="0"/>
          <a:ext cx="0" cy="0"/>
          <a:chOff x="0" y="0"/>
          <a:chExt cx="0" cy="0"/>
        </a:xfrm>
      </p:grpSpPr>
      <p:grpSp>
        <p:nvGrpSpPr>
          <p:cNvPr id="10" name="Shape 10"/>
          <p:cNvGrpSpPr/>
          <p:nvPr/>
        </p:nvGrpSpPr>
        <p:grpSpPr>
          <a:xfrm>
            <a:off x="7343003" y="3409675"/>
            <a:ext cx="1691422" cy="1732548"/>
            <a:chOff x="7343003" y="3409675"/>
            <a:chExt cx="1691422" cy="1732548"/>
          </a:xfrm>
        </p:grpSpPr>
        <p:grpSp>
          <p:nvGrpSpPr>
            <p:cNvPr id="11" name="Shape 11"/>
            <p:cNvGrpSpPr/>
            <p:nvPr/>
          </p:nvGrpSpPr>
          <p:grpSpPr>
            <a:xfrm>
              <a:off x="7343003" y="4453711"/>
              <a:ext cx="316800" cy="688513"/>
              <a:chOff x="7343003" y="4453711"/>
              <a:chExt cx="316800" cy="688513"/>
            </a:xfrm>
          </p:grpSpPr>
          <p:sp>
            <p:nvSpPr>
              <p:cNvPr id="12" name="Shape 12"/>
              <p:cNvSpPr/>
              <p:nvPr/>
            </p:nvSpPr>
            <p:spPr>
              <a:xfrm>
                <a:off x="7343003"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rIns="91425" wrap="square" tIns="91425">
                <a:noAutofit/>
              </a:bodyPr>
              <a:lstStyle/>
              <a:p>
                <a:pPr indent="0" lvl="0" marL="0">
                  <a:spcBef>
                    <a:spcPts val="0"/>
                  </a:spcBef>
                  <a:buNone/>
                </a:pPr>
                <a:r>
                  <a:t/>
                </a:r>
                <a:endParaRPr/>
              </a:p>
            </p:txBody>
          </p:sp>
          <p:sp>
            <p:nvSpPr>
              <p:cNvPr id="13" name="Shape 13"/>
              <p:cNvSpPr/>
              <p:nvPr/>
            </p:nvSpPr>
            <p:spPr>
              <a:xfrm>
                <a:off x="7343003"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rIns="91425" wrap="square" tIns="91425">
                <a:noAutofit/>
              </a:bodyPr>
              <a:lstStyle/>
              <a:p>
                <a:pPr indent="0" lvl="0" marL="0">
                  <a:spcBef>
                    <a:spcPts val="0"/>
                  </a:spcBef>
                  <a:buNone/>
                </a:pPr>
                <a:r>
                  <a:t/>
                </a:r>
                <a:endParaRPr/>
              </a:p>
            </p:txBody>
          </p:sp>
        </p:grpSp>
        <p:grpSp>
          <p:nvGrpSpPr>
            <p:cNvPr id="14" name="Shape 14"/>
            <p:cNvGrpSpPr/>
            <p:nvPr/>
          </p:nvGrpSpPr>
          <p:grpSpPr>
            <a:xfrm>
              <a:off x="7801210" y="4105700"/>
              <a:ext cx="316800" cy="1036523"/>
              <a:chOff x="7801210" y="4105700"/>
              <a:chExt cx="316800" cy="1036523"/>
            </a:xfrm>
          </p:grpSpPr>
          <p:sp>
            <p:nvSpPr>
              <p:cNvPr id="15" name="Shape 15"/>
              <p:cNvSpPr/>
              <p:nvPr/>
            </p:nvSpPr>
            <p:spPr>
              <a:xfrm>
                <a:off x="7801210"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rIns="91425" wrap="square" tIns="91425">
                <a:noAutofit/>
              </a:bodyPr>
              <a:lstStyle/>
              <a:p>
                <a:pPr indent="0" lvl="0" marL="0">
                  <a:spcBef>
                    <a:spcPts val="0"/>
                  </a:spcBef>
                  <a:buNone/>
                </a:pPr>
                <a:r>
                  <a:t/>
                </a:r>
                <a:endParaRPr/>
              </a:p>
            </p:txBody>
          </p:sp>
          <p:sp>
            <p:nvSpPr>
              <p:cNvPr id="16" name="Shape 16"/>
              <p:cNvSpPr/>
              <p:nvPr/>
            </p:nvSpPr>
            <p:spPr>
              <a:xfrm>
                <a:off x="7801210"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rIns="91425" wrap="square" tIns="91425">
                <a:noAutofit/>
              </a:bodyPr>
              <a:lstStyle/>
              <a:p>
                <a:pPr indent="0" lvl="0" marL="0">
                  <a:spcBef>
                    <a:spcPts val="0"/>
                  </a:spcBef>
                  <a:buNone/>
                </a:pPr>
                <a:r>
                  <a:t/>
                </a:r>
                <a:endParaRPr/>
              </a:p>
            </p:txBody>
          </p:sp>
          <p:sp>
            <p:nvSpPr>
              <p:cNvPr id="17" name="Shape 17"/>
              <p:cNvSpPr/>
              <p:nvPr/>
            </p:nvSpPr>
            <p:spPr>
              <a:xfrm>
                <a:off x="7801210"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rIns="91425" wrap="square" tIns="91425">
                <a:noAutofit/>
              </a:bodyPr>
              <a:lstStyle/>
              <a:p>
                <a:pPr indent="0" lvl="0" marL="0">
                  <a:spcBef>
                    <a:spcPts val="0"/>
                  </a:spcBef>
                  <a:buNone/>
                </a:pPr>
                <a:r>
                  <a:t/>
                </a:r>
                <a:endParaRPr/>
              </a:p>
            </p:txBody>
          </p:sp>
        </p:grpSp>
        <p:grpSp>
          <p:nvGrpSpPr>
            <p:cNvPr id="18" name="Shape 18"/>
            <p:cNvGrpSpPr/>
            <p:nvPr/>
          </p:nvGrpSpPr>
          <p:grpSpPr>
            <a:xfrm>
              <a:off x="8259418" y="3757688"/>
              <a:ext cx="316800" cy="1384535"/>
              <a:chOff x="8259418" y="3757688"/>
              <a:chExt cx="316800" cy="1384535"/>
            </a:xfrm>
          </p:grpSpPr>
          <p:sp>
            <p:nvSpPr>
              <p:cNvPr id="19" name="Shape 19"/>
              <p:cNvSpPr/>
              <p:nvPr/>
            </p:nvSpPr>
            <p:spPr>
              <a:xfrm>
                <a:off x="8259418"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rIns="91425" wrap="square" tIns="91425">
                <a:noAutofit/>
              </a:bodyPr>
              <a:lstStyle/>
              <a:p>
                <a:pPr indent="0" lvl="0" marL="0">
                  <a:spcBef>
                    <a:spcPts val="0"/>
                  </a:spcBef>
                  <a:buNone/>
                </a:pPr>
                <a:r>
                  <a:t/>
                </a:r>
                <a:endParaRPr/>
              </a:p>
            </p:txBody>
          </p:sp>
          <p:sp>
            <p:nvSpPr>
              <p:cNvPr id="20" name="Shape 20"/>
              <p:cNvSpPr/>
              <p:nvPr/>
            </p:nvSpPr>
            <p:spPr>
              <a:xfrm>
                <a:off x="8259418"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rIns="91425" wrap="square" tIns="91425">
                <a:noAutofit/>
              </a:bodyPr>
              <a:lstStyle/>
              <a:p>
                <a:pPr indent="0" lvl="0" marL="0">
                  <a:spcBef>
                    <a:spcPts val="0"/>
                  </a:spcBef>
                  <a:buNone/>
                </a:pPr>
                <a:r>
                  <a:t/>
                </a:r>
                <a:endParaRPr/>
              </a:p>
            </p:txBody>
          </p:sp>
          <p:sp>
            <p:nvSpPr>
              <p:cNvPr id="21" name="Shape 21"/>
              <p:cNvSpPr/>
              <p:nvPr/>
            </p:nvSpPr>
            <p:spPr>
              <a:xfrm>
                <a:off x="8259418"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rIns="91425" wrap="square" tIns="91425">
                <a:noAutofit/>
              </a:bodyPr>
              <a:lstStyle/>
              <a:p>
                <a:pPr indent="0" lvl="0" marL="0">
                  <a:spcBef>
                    <a:spcPts val="0"/>
                  </a:spcBef>
                  <a:buNone/>
                </a:pPr>
                <a:r>
                  <a:t/>
                </a:r>
                <a:endParaRPr/>
              </a:p>
            </p:txBody>
          </p:sp>
          <p:sp>
            <p:nvSpPr>
              <p:cNvPr id="22" name="Shape 22"/>
              <p:cNvSpPr/>
              <p:nvPr/>
            </p:nvSpPr>
            <p:spPr>
              <a:xfrm>
                <a:off x="8259418"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rIns="91425" wrap="square" tIns="91425">
                <a:noAutofit/>
              </a:bodyPr>
              <a:lstStyle/>
              <a:p>
                <a:pPr indent="0" lvl="0" marL="0">
                  <a:spcBef>
                    <a:spcPts val="0"/>
                  </a:spcBef>
                  <a:buNone/>
                </a:pPr>
                <a:r>
                  <a:t/>
                </a:r>
                <a:endParaRPr/>
              </a:p>
            </p:txBody>
          </p:sp>
        </p:grpSp>
        <p:grpSp>
          <p:nvGrpSpPr>
            <p:cNvPr id="23" name="Shape 23"/>
            <p:cNvGrpSpPr/>
            <p:nvPr/>
          </p:nvGrpSpPr>
          <p:grpSpPr>
            <a:xfrm>
              <a:off x="8717625" y="3409675"/>
              <a:ext cx="316800" cy="1732548"/>
              <a:chOff x="8717625" y="3409675"/>
              <a:chExt cx="316800" cy="1732548"/>
            </a:xfrm>
          </p:grpSpPr>
          <p:sp>
            <p:nvSpPr>
              <p:cNvPr id="24" name="Shape 24"/>
              <p:cNvSpPr/>
              <p:nvPr/>
            </p:nvSpPr>
            <p:spPr>
              <a:xfrm>
                <a:off x="8717625" y="4453711"/>
                <a:ext cx="316800" cy="688500"/>
              </a:xfrm>
              <a:prstGeom prst="round2SameRect">
                <a:avLst>
                  <a:gd fmla="val 50000" name="adj1"/>
                  <a:gd fmla="val 0" name="adj2"/>
                </a:avLst>
              </a:prstGeom>
              <a:solidFill>
                <a:schemeClr val="lt1">
                  <a:alpha val="9410"/>
                </a:schemeClr>
              </a:solidFill>
              <a:ln>
                <a:noFill/>
              </a:ln>
            </p:spPr>
            <p:txBody>
              <a:bodyPr anchorCtr="0" anchor="ctr" bIns="91425" lIns="91425" rIns="91425" wrap="square" tIns="91425">
                <a:noAutofit/>
              </a:bodyPr>
              <a:lstStyle/>
              <a:p>
                <a:pPr indent="0" lvl="0" marL="0">
                  <a:spcBef>
                    <a:spcPts val="0"/>
                  </a:spcBef>
                  <a:buNone/>
                </a:pPr>
                <a:r>
                  <a:t/>
                </a:r>
                <a:endParaRPr/>
              </a:p>
            </p:txBody>
          </p:sp>
          <p:sp>
            <p:nvSpPr>
              <p:cNvPr id="25" name="Shape 25"/>
              <p:cNvSpPr/>
              <p:nvPr/>
            </p:nvSpPr>
            <p:spPr>
              <a:xfrm>
                <a:off x="8717625" y="3757688"/>
                <a:ext cx="316800" cy="1384500"/>
              </a:xfrm>
              <a:prstGeom prst="round2SameRect">
                <a:avLst>
                  <a:gd fmla="val 50000" name="adj1"/>
                  <a:gd fmla="val 0" name="adj2"/>
                </a:avLst>
              </a:prstGeom>
              <a:solidFill>
                <a:schemeClr val="lt1">
                  <a:alpha val="9410"/>
                </a:schemeClr>
              </a:solidFill>
              <a:ln>
                <a:noFill/>
              </a:ln>
            </p:spPr>
            <p:txBody>
              <a:bodyPr anchorCtr="0" anchor="ctr" bIns="91425" lIns="91425" rIns="91425" wrap="square" tIns="91425">
                <a:noAutofit/>
              </a:bodyPr>
              <a:lstStyle/>
              <a:p>
                <a:pPr indent="0" lvl="0" marL="0">
                  <a:spcBef>
                    <a:spcPts val="0"/>
                  </a:spcBef>
                  <a:buNone/>
                </a:pPr>
                <a:r>
                  <a:t/>
                </a:r>
                <a:endParaRPr/>
              </a:p>
            </p:txBody>
          </p:sp>
          <p:sp>
            <p:nvSpPr>
              <p:cNvPr id="26" name="Shape 26"/>
              <p:cNvSpPr/>
              <p:nvPr/>
            </p:nvSpPr>
            <p:spPr>
              <a:xfrm>
                <a:off x="8717625" y="4105700"/>
                <a:ext cx="316800" cy="1036500"/>
              </a:xfrm>
              <a:prstGeom prst="round2SameRect">
                <a:avLst>
                  <a:gd fmla="val 50000" name="adj1"/>
                  <a:gd fmla="val 0" name="adj2"/>
                </a:avLst>
              </a:prstGeom>
              <a:solidFill>
                <a:schemeClr val="lt1">
                  <a:alpha val="9410"/>
                </a:schemeClr>
              </a:solidFill>
              <a:ln>
                <a:noFill/>
              </a:ln>
            </p:spPr>
            <p:txBody>
              <a:bodyPr anchorCtr="0" anchor="ctr" bIns="91425" lIns="91425" rIns="91425" wrap="square" tIns="91425">
                <a:noAutofit/>
              </a:bodyPr>
              <a:lstStyle/>
              <a:p>
                <a:pPr indent="0" lvl="0" marL="0">
                  <a:spcBef>
                    <a:spcPts val="0"/>
                  </a:spcBef>
                  <a:buNone/>
                </a:pPr>
                <a:r>
                  <a:t/>
                </a:r>
                <a:endParaRPr/>
              </a:p>
            </p:txBody>
          </p:sp>
          <p:sp>
            <p:nvSpPr>
              <p:cNvPr id="27" name="Shape 27"/>
              <p:cNvSpPr/>
              <p:nvPr/>
            </p:nvSpPr>
            <p:spPr>
              <a:xfrm>
                <a:off x="8717625" y="3409675"/>
                <a:ext cx="316800" cy="1732500"/>
              </a:xfrm>
              <a:prstGeom prst="round2SameRect">
                <a:avLst>
                  <a:gd fmla="val 50000" name="adj1"/>
                  <a:gd fmla="val 0" name="adj2"/>
                </a:avLst>
              </a:prstGeom>
              <a:solidFill>
                <a:schemeClr val="lt1">
                  <a:alpha val="9410"/>
                </a:schemeClr>
              </a:solidFill>
              <a:ln>
                <a:noFill/>
              </a:ln>
            </p:spPr>
            <p:txBody>
              <a:bodyPr anchorCtr="0" anchor="ctr" bIns="91425" lIns="91425" rIns="91425" wrap="square" tIns="91425">
                <a:noAutofit/>
              </a:bodyPr>
              <a:lstStyle/>
              <a:p>
                <a:pPr indent="0" lvl="0" marL="0">
                  <a:spcBef>
                    <a:spcPts val="0"/>
                  </a:spcBef>
                  <a:buNone/>
                </a:pPr>
                <a:r>
                  <a:t/>
                </a:r>
                <a:endParaRPr/>
              </a:p>
            </p:txBody>
          </p:sp>
          <p:sp>
            <p:nvSpPr>
              <p:cNvPr id="28" name="Shape 28"/>
              <p:cNvSpPr/>
              <p:nvPr/>
            </p:nvSpPr>
            <p:spPr>
              <a:xfrm>
                <a:off x="8717625" y="4801723"/>
                <a:ext cx="316800" cy="340500"/>
              </a:xfrm>
              <a:prstGeom prst="round2SameRect">
                <a:avLst>
                  <a:gd fmla="val 50000" name="adj1"/>
                  <a:gd fmla="val 0" name="adj2"/>
                </a:avLst>
              </a:prstGeom>
              <a:solidFill>
                <a:schemeClr val="lt1">
                  <a:alpha val="9410"/>
                </a:schemeClr>
              </a:solidFill>
              <a:ln>
                <a:noFill/>
              </a:ln>
            </p:spPr>
            <p:txBody>
              <a:bodyPr anchorCtr="0" anchor="ctr" bIns="91425" lIns="91425" rIns="91425" wrap="square" tIns="91425">
                <a:noAutofit/>
              </a:bodyPr>
              <a:lstStyle/>
              <a:p>
                <a:pPr indent="0" lvl="0" marL="0">
                  <a:spcBef>
                    <a:spcPts val="0"/>
                  </a:spcBef>
                  <a:buNone/>
                </a:pPr>
                <a:r>
                  <a:t/>
                </a:r>
                <a:endParaRPr/>
              </a:p>
            </p:txBody>
          </p:sp>
        </p:grpSp>
      </p:grpSp>
      <p:grpSp>
        <p:nvGrpSpPr>
          <p:cNvPr id="29" name="Shape 29"/>
          <p:cNvGrpSpPr/>
          <p:nvPr/>
        </p:nvGrpSpPr>
        <p:grpSpPr>
          <a:xfrm>
            <a:off x="5043503" y="0"/>
            <a:ext cx="3814072" cy="3839102"/>
            <a:chOff x="5043503" y="0"/>
            <a:chExt cx="3814072" cy="3839102"/>
          </a:xfrm>
        </p:grpSpPr>
        <p:sp>
          <p:nvSpPr>
            <p:cNvPr id="30" name="Shape 30"/>
            <p:cNvSpPr/>
            <p:nvPr/>
          </p:nvSpPr>
          <p:spPr>
            <a:xfrm>
              <a:off x="8460975" y="1817775"/>
              <a:ext cx="396600" cy="396600"/>
            </a:xfrm>
            <a:prstGeom prst="ellipse">
              <a:avLst/>
            </a:prstGeom>
            <a:solidFill>
              <a:schemeClr val="lt1">
                <a:alpha val="9410"/>
              </a:schemeClr>
            </a:solidFill>
            <a:ln>
              <a:noFill/>
            </a:ln>
          </p:spPr>
          <p:txBody>
            <a:bodyPr anchorCtr="0" anchor="ctr" bIns="91425" lIns="91425" rIns="91425" wrap="square" tIns="91425">
              <a:noAutofit/>
            </a:bodyPr>
            <a:lstStyle/>
            <a:p>
              <a:pPr indent="0" lvl="0" marL="0">
                <a:spcBef>
                  <a:spcPts val="0"/>
                </a:spcBef>
                <a:buNone/>
              </a:pPr>
              <a:r>
                <a:t/>
              </a:r>
              <a:endParaRPr/>
            </a:p>
          </p:txBody>
        </p:sp>
        <p:sp>
          <p:nvSpPr>
            <p:cNvPr id="31" name="Shape 31"/>
            <p:cNvSpPr/>
            <p:nvPr/>
          </p:nvSpPr>
          <p:spPr>
            <a:xfrm rot="-9830444">
              <a:off x="6469759" y="3480728"/>
              <a:ext cx="320148" cy="320148"/>
            </a:xfrm>
            <a:prstGeom prst="ellipse">
              <a:avLst/>
            </a:prstGeom>
            <a:solidFill>
              <a:schemeClr val="lt1">
                <a:alpha val="9410"/>
              </a:schemeClr>
            </a:solidFill>
            <a:ln>
              <a:noFill/>
            </a:ln>
          </p:spPr>
          <p:txBody>
            <a:bodyPr anchorCtr="0" anchor="ctr" bIns="91425" lIns="91425" rIns="91425" wrap="square" tIns="91425">
              <a:noAutofit/>
            </a:bodyPr>
            <a:lstStyle/>
            <a:p>
              <a:pPr indent="0" lvl="0" marL="0">
                <a:spcBef>
                  <a:spcPts val="0"/>
                </a:spcBef>
                <a:buNone/>
              </a:pPr>
              <a:r>
                <a:t/>
              </a:r>
              <a:endParaRPr/>
            </a:p>
          </p:txBody>
        </p:sp>
        <p:grpSp>
          <p:nvGrpSpPr>
            <p:cNvPr id="32" name="Shape 32"/>
            <p:cNvGrpSpPr/>
            <p:nvPr/>
          </p:nvGrpSpPr>
          <p:grpSpPr>
            <a:xfrm>
              <a:off x="7647812" y="2704283"/>
              <a:ext cx="635219" cy="635219"/>
              <a:chOff x="6725724" y="2701260"/>
              <a:chExt cx="1208101" cy="1208100"/>
            </a:xfrm>
          </p:grpSpPr>
          <p:sp>
            <p:nvSpPr>
              <p:cNvPr id="33" name="Shape 33"/>
              <p:cNvSpPr/>
              <p:nvPr/>
            </p:nvSpPr>
            <p:spPr>
              <a:xfrm rot="5400000">
                <a:off x="6725725" y="2701260"/>
                <a:ext cx="1208100" cy="1208100"/>
              </a:xfrm>
              <a:prstGeom prst="ellipse">
                <a:avLst/>
              </a:prstGeom>
              <a:solidFill>
                <a:schemeClr val="lt1">
                  <a:alpha val="9410"/>
                </a:schemeClr>
              </a:solidFill>
              <a:ln>
                <a:noFill/>
              </a:ln>
            </p:spPr>
            <p:txBody>
              <a:bodyPr anchorCtr="0" anchor="ctr" bIns="91425" lIns="91425" rIns="91425" wrap="square" tIns="91425">
                <a:noAutofit/>
              </a:bodyPr>
              <a:lstStyle/>
              <a:p>
                <a:pPr indent="0" lvl="0" marL="0">
                  <a:spcBef>
                    <a:spcPts val="0"/>
                  </a:spcBef>
                  <a:buNone/>
                </a:pPr>
                <a:r>
                  <a:t/>
                </a:r>
                <a:endParaRPr/>
              </a:p>
            </p:txBody>
          </p:sp>
          <p:sp>
            <p:nvSpPr>
              <p:cNvPr id="34" name="Shape 34"/>
              <p:cNvSpPr/>
              <p:nvPr/>
            </p:nvSpPr>
            <p:spPr>
              <a:xfrm rot="5400000">
                <a:off x="6725724" y="2701260"/>
                <a:ext cx="1208100" cy="1208100"/>
              </a:xfrm>
              <a:prstGeom prst="pie">
                <a:avLst>
                  <a:gd fmla="val 8244818" name="adj1"/>
                  <a:gd fmla="val 16246175" name="adj2"/>
                </a:avLst>
              </a:prstGeom>
              <a:solidFill>
                <a:schemeClr val="lt1">
                  <a:alpha val="9410"/>
                </a:schemeClr>
              </a:solidFill>
              <a:ln>
                <a:noFill/>
              </a:ln>
            </p:spPr>
            <p:txBody>
              <a:bodyPr anchorCtr="0" anchor="ctr" bIns="91425" lIns="91425" rIns="91425" wrap="square" tIns="91425">
                <a:noAutofit/>
              </a:bodyPr>
              <a:lstStyle/>
              <a:p>
                <a:pPr indent="0" lvl="0" marL="0">
                  <a:spcBef>
                    <a:spcPts val="0"/>
                  </a:spcBef>
                  <a:buNone/>
                </a:pPr>
                <a:r>
                  <a:t/>
                </a:r>
                <a:endParaRPr/>
              </a:p>
            </p:txBody>
          </p:sp>
          <p:sp>
            <p:nvSpPr>
              <p:cNvPr id="35" name="Shape 35"/>
              <p:cNvSpPr/>
              <p:nvPr/>
            </p:nvSpPr>
            <p:spPr>
              <a:xfrm rot="5400000">
                <a:off x="6954988" y="2930398"/>
                <a:ext cx="749700" cy="749700"/>
              </a:xfrm>
              <a:prstGeom prst="ellipse">
                <a:avLst/>
              </a:prstGeom>
              <a:solidFill>
                <a:schemeClr val="lt1">
                  <a:alpha val="9410"/>
                </a:schemeClr>
              </a:solidFill>
              <a:ln>
                <a:noFill/>
              </a:ln>
            </p:spPr>
            <p:txBody>
              <a:bodyPr anchorCtr="0" anchor="ctr" bIns="91425" lIns="91425" rIns="91425" wrap="square" tIns="91425">
                <a:noAutofit/>
              </a:bodyPr>
              <a:lstStyle/>
              <a:p>
                <a:pPr indent="0" lvl="0" marL="0">
                  <a:spcBef>
                    <a:spcPts val="0"/>
                  </a:spcBef>
                  <a:buNone/>
                </a:pPr>
                <a:r>
                  <a:t/>
                </a:r>
                <a:endParaRPr/>
              </a:p>
            </p:txBody>
          </p:sp>
        </p:grpSp>
        <p:sp>
          <p:nvSpPr>
            <p:cNvPr id="36" name="Shape 36"/>
            <p:cNvSpPr/>
            <p:nvPr/>
          </p:nvSpPr>
          <p:spPr>
            <a:xfrm>
              <a:off x="8460975" y="1817775"/>
              <a:ext cx="396600" cy="396600"/>
            </a:xfrm>
            <a:prstGeom prst="pie">
              <a:avLst>
                <a:gd fmla="val 19376841" name="adj1"/>
                <a:gd fmla="val 16200000" name="adj2"/>
              </a:avLst>
            </a:prstGeom>
            <a:solidFill>
              <a:schemeClr val="lt1">
                <a:alpha val="9410"/>
              </a:schemeClr>
            </a:solidFill>
            <a:ln>
              <a:noFill/>
            </a:ln>
          </p:spPr>
          <p:txBody>
            <a:bodyPr anchorCtr="0" anchor="ctr" bIns="91425" lIns="91425" rIns="91425" wrap="square" tIns="91425">
              <a:noAutofit/>
            </a:bodyPr>
            <a:lstStyle/>
            <a:p>
              <a:pPr indent="0" lvl="0" marL="0">
                <a:spcBef>
                  <a:spcPts val="0"/>
                </a:spcBef>
                <a:buNone/>
              </a:pPr>
              <a:r>
                <a:t/>
              </a:r>
              <a:endParaRPr/>
            </a:p>
          </p:txBody>
        </p:sp>
        <p:grpSp>
          <p:nvGrpSpPr>
            <p:cNvPr id="37" name="Shape 37"/>
            <p:cNvGrpSpPr/>
            <p:nvPr/>
          </p:nvGrpSpPr>
          <p:grpSpPr>
            <a:xfrm>
              <a:off x="7952720" y="179238"/>
              <a:ext cx="873165" cy="873003"/>
              <a:chOff x="7754428" y="208725"/>
              <a:chExt cx="541800" cy="541800"/>
            </a:xfrm>
          </p:grpSpPr>
          <p:sp>
            <p:nvSpPr>
              <p:cNvPr id="38" name="Shape 38"/>
              <p:cNvSpPr/>
              <p:nvPr/>
            </p:nvSpPr>
            <p:spPr>
              <a:xfrm rot="-8647347">
                <a:off x="7831319" y="285616"/>
                <a:ext cx="388018" cy="388018"/>
              </a:xfrm>
              <a:prstGeom prst="ellipse">
                <a:avLst/>
              </a:prstGeom>
              <a:solidFill>
                <a:schemeClr val="lt1">
                  <a:alpha val="9410"/>
                </a:schemeClr>
              </a:solidFill>
              <a:ln>
                <a:noFill/>
              </a:ln>
            </p:spPr>
            <p:txBody>
              <a:bodyPr anchorCtr="0" anchor="ctr" bIns="91425" lIns="91425" rIns="91425" wrap="square" tIns="91425">
                <a:noAutofit/>
              </a:bodyPr>
              <a:lstStyle/>
              <a:p>
                <a:pPr indent="0" lvl="0" marL="0">
                  <a:spcBef>
                    <a:spcPts val="0"/>
                  </a:spcBef>
                  <a:buNone/>
                </a:pPr>
                <a:r>
                  <a:t/>
                </a:r>
                <a:endParaRPr/>
              </a:p>
            </p:txBody>
          </p:sp>
          <p:sp>
            <p:nvSpPr>
              <p:cNvPr id="39" name="Shape 39"/>
              <p:cNvSpPr/>
              <p:nvPr/>
            </p:nvSpPr>
            <p:spPr>
              <a:xfrm rot="-8647347">
                <a:off x="7831319" y="285616"/>
                <a:ext cx="388018" cy="388018"/>
              </a:xfrm>
              <a:prstGeom prst="pie">
                <a:avLst>
                  <a:gd fmla="val 19376841" name="adj1"/>
                  <a:gd fmla="val 12313574" name="adj2"/>
                </a:avLst>
              </a:prstGeom>
              <a:solidFill>
                <a:schemeClr val="lt1">
                  <a:alpha val="9410"/>
                </a:schemeClr>
              </a:solidFill>
              <a:ln>
                <a:noFill/>
              </a:ln>
            </p:spPr>
            <p:txBody>
              <a:bodyPr anchorCtr="0" anchor="ctr" bIns="91425" lIns="91425" rIns="91425" wrap="square" tIns="91425">
                <a:noAutofit/>
              </a:bodyPr>
              <a:lstStyle/>
              <a:p>
                <a:pPr indent="0" lvl="0" marL="0">
                  <a:spcBef>
                    <a:spcPts val="0"/>
                  </a:spcBef>
                  <a:buNone/>
                </a:pPr>
                <a:r>
                  <a:t/>
                </a:r>
                <a:endParaRPr/>
              </a:p>
            </p:txBody>
          </p:sp>
        </p:grpSp>
        <p:sp>
          <p:nvSpPr>
            <p:cNvPr id="40" name="Shape 40"/>
            <p:cNvSpPr/>
            <p:nvPr/>
          </p:nvSpPr>
          <p:spPr>
            <a:xfrm>
              <a:off x="5399840" y="356365"/>
              <a:ext cx="2577000" cy="2577000"/>
            </a:xfrm>
            <a:prstGeom prst="ellipse">
              <a:avLst/>
            </a:prstGeom>
            <a:solidFill>
              <a:schemeClr val="lt1">
                <a:alpha val="9410"/>
              </a:schemeClr>
            </a:solidFill>
            <a:ln>
              <a:noFill/>
            </a:ln>
          </p:spPr>
          <p:txBody>
            <a:bodyPr anchorCtr="0" anchor="ctr" bIns="91425" lIns="91425" rIns="91425" wrap="square" tIns="91425">
              <a:noAutofit/>
            </a:bodyPr>
            <a:lstStyle/>
            <a:p>
              <a:pPr indent="0" lvl="0" marL="0">
                <a:spcBef>
                  <a:spcPts val="0"/>
                </a:spcBef>
                <a:buNone/>
              </a:pPr>
              <a:r>
                <a:t/>
              </a:r>
              <a:endParaRPr/>
            </a:p>
          </p:txBody>
        </p:sp>
        <p:sp>
          <p:nvSpPr>
            <p:cNvPr id="41" name="Shape 41"/>
            <p:cNvSpPr/>
            <p:nvPr/>
          </p:nvSpPr>
          <p:spPr>
            <a:xfrm rot="2043858">
              <a:off x="5503813" y="460310"/>
              <a:ext cx="2369480" cy="2369480"/>
            </a:xfrm>
            <a:prstGeom prst="ellipse">
              <a:avLst/>
            </a:prstGeom>
            <a:solidFill>
              <a:schemeClr val="lt1">
                <a:alpha val="9410"/>
              </a:schemeClr>
            </a:solidFill>
            <a:ln>
              <a:noFill/>
            </a:ln>
          </p:spPr>
          <p:txBody>
            <a:bodyPr anchorCtr="0" anchor="ctr" bIns="91425" lIns="91425" rIns="91425" wrap="square" tIns="91425">
              <a:noAutofit/>
            </a:bodyPr>
            <a:lstStyle/>
            <a:p>
              <a:pPr indent="0" lvl="0" marL="0">
                <a:spcBef>
                  <a:spcPts val="0"/>
                </a:spcBef>
                <a:buNone/>
              </a:pPr>
              <a:r>
                <a:t/>
              </a:r>
              <a:endParaRPr/>
            </a:p>
          </p:txBody>
        </p:sp>
        <p:sp>
          <p:nvSpPr>
            <p:cNvPr id="42" name="Shape 42"/>
            <p:cNvSpPr/>
            <p:nvPr/>
          </p:nvSpPr>
          <p:spPr>
            <a:xfrm>
              <a:off x="5399795" y="360281"/>
              <a:ext cx="2577000" cy="2577000"/>
            </a:xfrm>
            <a:prstGeom prst="pie">
              <a:avLst>
                <a:gd fmla="val 8801158" name="adj1"/>
                <a:gd fmla="val 16200000" name="adj2"/>
              </a:avLst>
            </a:prstGeom>
            <a:solidFill>
              <a:schemeClr val="lt1">
                <a:alpha val="9410"/>
              </a:schemeClr>
            </a:solidFill>
            <a:ln>
              <a:noFill/>
            </a:ln>
          </p:spPr>
          <p:txBody>
            <a:bodyPr anchorCtr="0" anchor="ctr" bIns="91425" lIns="91425" rIns="91425" wrap="square" tIns="91425">
              <a:noAutofit/>
            </a:bodyPr>
            <a:lstStyle/>
            <a:p>
              <a:pPr indent="0" lvl="0" marL="0">
                <a:spcBef>
                  <a:spcPts val="0"/>
                </a:spcBef>
                <a:buNone/>
              </a:pPr>
              <a:r>
                <a:t/>
              </a:r>
              <a:endParaRPr/>
            </a:p>
          </p:txBody>
        </p:sp>
        <p:sp>
          <p:nvSpPr>
            <p:cNvPr id="43" name="Shape 43"/>
            <p:cNvSpPr/>
            <p:nvPr/>
          </p:nvSpPr>
          <p:spPr>
            <a:xfrm rot="2044777">
              <a:off x="5911449" y="867729"/>
              <a:ext cx="1554223" cy="1554223"/>
            </a:xfrm>
            <a:prstGeom prst="ellipse">
              <a:avLst/>
            </a:prstGeom>
            <a:solidFill>
              <a:schemeClr val="accent3"/>
            </a:solidFill>
            <a:ln>
              <a:noFill/>
            </a:ln>
          </p:spPr>
          <p:txBody>
            <a:bodyPr anchorCtr="0" anchor="ctr" bIns="91425" lIns="91425" rIns="91425" wrap="square" tIns="91425">
              <a:noAutofit/>
            </a:bodyPr>
            <a:lstStyle/>
            <a:p>
              <a:pPr indent="0" lvl="0" marL="0">
                <a:spcBef>
                  <a:spcPts val="0"/>
                </a:spcBef>
                <a:buNone/>
              </a:pPr>
              <a:r>
                <a:t/>
              </a:r>
              <a:endParaRPr/>
            </a:p>
          </p:txBody>
        </p:sp>
        <p:sp>
          <p:nvSpPr>
            <p:cNvPr id="44" name="Shape 44"/>
            <p:cNvSpPr/>
            <p:nvPr/>
          </p:nvSpPr>
          <p:spPr>
            <a:xfrm>
              <a:off x="5399795" y="356358"/>
              <a:ext cx="2577000" cy="2577000"/>
            </a:xfrm>
            <a:prstGeom prst="pie">
              <a:avLst>
                <a:gd fmla="val 12554101" name="adj1"/>
                <a:gd fmla="val 16200000" name="adj2"/>
              </a:avLst>
            </a:prstGeom>
            <a:solidFill>
              <a:schemeClr val="lt1">
                <a:alpha val="9410"/>
              </a:schemeClr>
            </a:solidFill>
            <a:ln>
              <a:noFill/>
            </a:ln>
          </p:spPr>
          <p:txBody>
            <a:bodyPr anchorCtr="0" anchor="ctr" bIns="91425" lIns="91425" rIns="91425" wrap="square" tIns="91425">
              <a:noAutofit/>
            </a:bodyPr>
            <a:lstStyle/>
            <a:p>
              <a:pPr indent="0" lvl="0" marL="0">
                <a:spcBef>
                  <a:spcPts val="0"/>
                </a:spcBef>
                <a:buNone/>
              </a:pPr>
              <a:r>
                <a:t/>
              </a:r>
              <a:endParaRPr/>
            </a:p>
          </p:txBody>
        </p:sp>
        <p:sp>
          <p:nvSpPr>
            <p:cNvPr id="45" name="Shape 45"/>
            <p:cNvSpPr/>
            <p:nvPr/>
          </p:nvSpPr>
          <p:spPr>
            <a:xfrm rot="-9830444">
              <a:off x="6469759" y="3480727"/>
              <a:ext cx="320148" cy="320148"/>
            </a:xfrm>
            <a:prstGeom prst="pie">
              <a:avLst>
                <a:gd fmla="val 19376841" name="adj1"/>
                <a:gd fmla="val 16200000" name="adj2"/>
              </a:avLst>
            </a:prstGeom>
            <a:solidFill>
              <a:schemeClr val="lt1">
                <a:alpha val="9410"/>
              </a:schemeClr>
            </a:solidFill>
            <a:ln>
              <a:noFill/>
            </a:ln>
          </p:spPr>
          <p:txBody>
            <a:bodyPr anchorCtr="0" anchor="ctr" bIns="91425" lIns="91425" rIns="91425" wrap="square" tIns="91425">
              <a:noAutofit/>
            </a:bodyPr>
            <a:lstStyle/>
            <a:p>
              <a:pPr indent="0" lvl="0" marL="0">
                <a:spcBef>
                  <a:spcPts val="0"/>
                </a:spcBef>
                <a:buNone/>
              </a:pPr>
              <a:r>
                <a:t/>
              </a:r>
              <a:endParaRPr/>
            </a:p>
          </p:txBody>
        </p:sp>
      </p:grpSp>
      <p:sp>
        <p:nvSpPr>
          <p:cNvPr id="46" name="Shape 46"/>
          <p:cNvSpPr txBox="1"/>
          <p:nvPr>
            <p:ph type="ctrTitle"/>
          </p:nvPr>
        </p:nvSpPr>
        <p:spPr>
          <a:xfrm>
            <a:off x="824000" y="1613813"/>
            <a:ext cx="4255500" cy="1872900"/>
          </a:xfrm>
          <a:prstGeom prst="rect">
            <a:avLst/>
          </a:prstGeom>
        </p:spPr>
        <p:txBody>
          <a:bodyPr anchorCtr="0" anchor="ctr" bIns="91425" lIns="91425" rIns="91425" wrap="square" tIns="91425"/>
          <a:lstStyle>
            <a:lvl1pPr lvl="0">
              <a:spcBef>
                <a:spcPts val="0"/>
              </a:spcBef>
              <a:buClr>
                <a:schemeClr val="lt1"/>
              </a:buClr>
              <a:buSzPts val="3600"/>
              <a:buNone/>
              <a:defRPr sz="3600">
                <a:solidFill>
                  <a:schemeClr val="lt1"/>
                </a:solidFill>
              </a:defRPr>
            </a:lvl1pPr>
            <a:lvl2pPr lvl="1">
              <a:spcBef>
                <a:spcPts val="0"/>
              </a:spcBef>
              <a:buClr>
                <a:schemeClr val="lt1"/>
              </a:buClr>
              <a:buSzPts val="3600"/>
              <a:buNone/>
              <a:defRPr sz="3600">
                <a:solidFill>
                  <a:schemeClr val="lt1"/>
                </a:solidFill>
              </a:defRPr>
            </a:lvl2pPr>
            <a:lvl3pPr lvl="2">
              <a:spcBef>
                <a:spcPts val="0"/>
              </a:spcBef>
              <a:buClr>
                <a:schemeClr val="lt1"/>
              </a:buClr>
              <a:buSzPts val="3600"/>
              <a:buNone/>
              <a:defRPr sz="3600">
                <a:solidFill>
                  <a:schemeClr val="lt1"/>
                </a:solidFill>
              </a:defRPr>
            </a:lvl3pPr>
            <a:lvl4pPr lvl="3">
              <a:spcBef>
                <a:spcPts val="0"/>
              </a:spcBef>
              <a:buClr>
                <a:schemeClr val="lt1"/>
              </a:buClr>
              <a:buSzPts val="3600"/>
              <a:buNone/>
              <a:defRPr sz="3600">
                <a:solidFill>
                  <a:schemeClr val="lt1"/>
                </a:solidFill>
              </a:defRPr>
            </a:lvl4pPr>
            <a:lvl5pPr lvl="4">
              <a:spcBef>
                <a:spcPts val="0"/>
              </a:spcBef>
              <a:buClr>
                <a:schemeClr val="lt1"/>
              </a:buClr>
              <a:buSzPts val="3600"/>
              <a:buNone/>
              <a:defRPr sz="3600">
                <a:solidFill>
                  <a:schemeClr val="lt1"/>
                </a:solidFill>
              </a:defRPr>
            </a:lvl5pPr>
            <a:lvl6pPr lvl="5">
              <a:spcBef>
                <a:spcPts val="0"/>
              </a:spcBef>
              <a:buClr>
                <a:schemeClr val="lt1"/>
              </a:buClr>
              <a:buSzPts val="3600"/>
              <a:buNone/>
              <a:defRPr sz="3600">
                <a:solidFill>
                  <a:schemeClr val="lt1"/>
                </a:solidFill>
              </a:defRPr>
            </a:lvl6pPr>
            <a:lvl7pPr lvl="6">
              <a:spcBef>
                <a:spcPts val="0"/>
              </a:spcBef>
              <a:buClr>
                <a:schemeClr val="lt1"/>
              </a:buClr>
              <a:buSzPts val="3600"/>
              <a:buNone/>
              <a:defRPr sz="3600">
                <a:solidFill>
                  <a:schemeClr val="lt1"/>
                </a:solidFill>
              </a:defRPr>
            </a:lvl7pPr>
            <a:lvl8pPr lvl="7">
              <a:spcBef>
                <a:spcPts val="0"/>
              </a:spcBef>
              <a:buClr>
                <a:schemeClr val="lt1"/>
              </a:buClr>
              <a:buSzPts val="3600"/>
              <a:buNone/>
              <a:defRPr sz="3600">
                <a:solidFill>
                  <a:schemeClr val="lt1"/>
                </a:solidFill>
              </a:defRPr>
            </a:lvl8pPr>
            <a:lvl9pPr lvl="8">
              <a:spcBef>
                <a:spcPts val="0"/>
              </a:spcBef>
              <a:buClr>
                <a:schemeClr val="lt1"/>
              </a:buClr>
              <a:buSzPts val="3600"/>
              <a:buNone/>
              <a:defRPr sz="3600">
                <a:solidFill>
                  <a:schemeClr val="lt1"/>
                </a:solidFill>
              </a:defRPr>
            </a:lvl9pPr>
          </a:lstStyle>
          <a:p/>
        </p:txBody>
      </p:sp>
      <p:sp>
        <p:nvSpPr>
          <p:cNvPr id="47" name="Shape 47"/>
          <p:cNvSpPr txBox="1"/>
          <p:nvPr>
            <p:ph idx="1" type="subTitle"/>
          </p:nvPr>
        </p:nvSpPr>
        <p:spPr>
          <a:xfrm>
            <a:off x="824000" y="3596300"/>
            <a:ext cx="4255500" cy="695400"/>
          </a:xfrm>
          <a:prstGeom prst="rect">
            <a:avLst/>
          </a:prstGeom>
        </p:spPr>
        <p:txBody>
          <a:bodyPr anchorCtr="0" anchor="t" bIns="91425" lIns="91425" rIns="91425" wrap="square" tIns="91425"/>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48" name="Shape 48"/>
          <p:cNvSpPr txBox="1"/>
          <p:nvPr>
            <p:ph idx="12" type="sldNum"/>
          </p:nvPr>
        </p:nvSpPr>
        <p:spPr>
          <a:xfrm>
            <a:off x="8451046" y="4736976"/>
            <a:ext cx="548700" cy="393600"/>
          </a:xfrm>
          <a:prstGeom prst="rect">
            <a:avLst/>
          </a:prstGeom>
        </p:spPr>
        <p:txBody>
          <a:bodyPr anchorCtr="0" anchor="ctr" bIns="91425" lIns="91425" rIns="91425" wrap="square" tIns="91425">
            <a:noAutofit/>
          </a:bodyPr>
          <a:lstStyle/>
          <a:p>
            <a:pPr indent="0" lvl="0" marL="0">
              <a:spcBef>
                <a:spcPts val="0"/>
              </a:spcBef>
              <a:buNone/>
            </a:pPr>
            <a:fld id="{00000000-1234-1234-1234-123412341234}" type="slidenum">
              <a:rPr lang="en">
                <a:solidFill>
                  <a:schemeClr val="lt1"/>
                </a:solidFill>
              </a:rPr>
              <a:t>‹#›</a:t>
            </a:fld>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type="secHead">
  <p:cSld name="Section header">
    <p:bg>
      <p:bgPr>
        <a:solidFill>
          <a:schemeClr val="dk1"/>
        </a:solidFill>
      </p:bgPr>
    </p:bg>
    <p:spTree>
      <p:nvGrpSpPr>
        <p:cNvPr id="49" name="Shape 49"/>
        <p:cNvGrpSpPr/>
        <p:nvPr/>
      </p:nvGrpSpPr>
      <p:grpSpPr>
        <a:xfrm>
          <a:off x="0" y="0"/>
          <a:ext cx="0" cy="0"/>
          <a:chOff x="0" y="0"/>
          <a:chExt cx="0" cy="0"/>
        </a:xfrm>
      </p:grpSpPr>
      <p:grpSp>
        <p:nvGrpSpPr>
          <p:cNvPr id="50" name="Shape 50"/>
          <p:cNvGrpSpPr/>
          <p:nvPr/>
        </p:nvGrpSpPr>
        <p:grpSpPr>
          <a:xfrm>
            <a:off x="146769" y="3406"/>
            <a:ext cx="1233215" cy="1384535"/>
            <a:chOff x="146769" y="3406"/>
            <a:chExt cx="1233215" cy="1384535"/>
          </a:xfrm>
        </p:grpSpPr>
        <p:grpSp>
          <p:nvGrpSpPr>
            <p:cNvPr id="51" name="Shape 51"/>
            <p:cNvGrpSpPr/>
            <p:nvPr/>
          </p:nvGrpSpPr>
          <p:grpSpPr>
            <a:xfrm>
              <a:off x="1063183" y="3406"/>
              <a:ext cx="316800" cy="688513"/>
              <a:chOff x="1063183" y="3406"/>
              <a:chExt cx="316800" cy="688513"/>
            </a:xfrm>
          </p:grpSpPr>
          <p:sp>
            <p:nvSpPr>
              <p:cNvPr id="52" name="Shape 52"/>
              <p:cNvSpPr/>
              <p:nvPr/>
            </p:nvSpPr>
            <p:spPr>
              <a:xfrm rot="10800000">
                <a:off x="1063183"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sp>
            <p:nvSpPr>
              <p:cNvPr id="53" name="Shape 53"/>
              <p:cNvSpPr/>
              <p:nvPr/>
            </p:nvSpPr>
            <p:spPr>
              <a:xfrm rot="10800000">
                <a:off x="1063183"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grpSp>
        <p:grpSp>
          <p:nvGrpSpPr>
            <p:cNvPr id="54" name="Shape 54"/>
            <p:cNvGrpSpPr/>
            <p:nvPr/>
          </p:nvGrpSpPr>
          <p:grpSpPr>
            <a:xfrm>
              <a:off x="604976" y="3406"/>
              <a:ext cx="316800" cy="1036524"/>
              <a:chOff x="604976" y="3406"/>
              <a:chExt cx="316800" cy="1036524"/>
            </a:xfrm>
          </p:grpSpPr>
          <p:sp>
            <p:nvSpPr>
              <p:cNvPr id="55" name="Shape 55"/>
              <p:cNvSpPr/>
              <p:nvPr/>
            </p:nvSpPr>
            <p:spPr>
              <a:xfrm rot="10800000">
                <a:off x="604976"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sp>
            <p:nvSpPr>
              <p:cNvPr id="56" name="Shape 56"/>
              <p:cNvSpPr/>
              <p:nvPr/>
            </p:nvSpPr>
            <p:spPr>
              <a:xfrm rot="10800000">
                <a:off x="604976"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sp>
            <p:nvSpPr>
              <p:cNvPr id="57" name="Shape 57"/>
              <p:cNvSpPr/>
              <p:nvPr/>
            </p:nvSpPr>
            <p:spPr>
              <a:xfrm rot="10800000">
                <a:off x="604976"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grpSp>
        <p:grpSp>
          <p:nvGrpSpPr>
            <p:cNvPr id="58" name="Shape 58"/>
            <p:cNvGrpSpPr/>
            <p:nvPr/>
          </p:nvGrpSpPr>
          <p:grpSpPr>
            <a:xfrm>
              <a:off x="146769" y="3406"/>
              <a:ext cx="316800" cy="1384535"/>
              <a:chOff x="146769" y="3406"/>
              <a:chExt cx="316800" cy="1384535"/>
            </a:xfrm>
          </p:grpSpPr>
          <p:sp>
            <p:nvSpPr>
              <p:cNvPr id="59" name="Shape 59"/>
              <p:cNvSpPr/>
              <p:nvPr/>
            </p:nvSpPr>
            <p:spPr>
              <a:xfrm rot="10800000">
                <a:off x="146769" y="3419"/>
                <a:ext cx="316800" cy="6885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sp>
            <p:nvSpPr>
              <p:cNvPr id="60" name="Shape 60"/>
              <p:cNvSpPr/>
              <p:nvPr/>
            </p:nvSpPr>
            <p:spPr>
              <a:xfrm rot="10800000">
                <a:off x="146769" y="3441"/>
                <a:ext cx="316800" cy="13845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sp>
            <p:nvSpPr>
              <p:cNvPr id="61" name="Shape 61"/>
              <p:cNvSpPr/>
              <p:nvPr/>
            </p:nvSpPr>
            <p:spPr>
              <a:xfrm rot="10800000">
                <a:off x="146769" y="3430"/>
                <a:ext cx="316800" cy="10365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sp>
            <p:nvSpPr>
              <p:cNvPr id="62" name="Shape 62"/>
              <p:cNvSpPr/>
              <p:nvPr/>
            </p:nvSpPr>
            <p:spPr>
              <a:xfrm rot="10800000">
                <a:off x="146769" y="3406"/>
                <a:ext cx="316800" cy="3405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grpSp>
      </p:grpSp>
      <p:grpSp>
        <p:nvGrpSpPr>
          <p:cNvPr id="63" name="Shape 63"/>
          <p:cNvGrpSpPr/>
          <p:nvPr/>
        </p:nvGrpSpPr>
        <p:grpSpPr>
          <a:xfrm>
            <a:off x="6775084" y="2904008"/>
            <a:ext cx="2186148" cy="2239500"/>
            <a:chOff x="6775084" y="2904008"/>
            <a:chExt cx="2186148" cy="2239500"/>
          </a:xfrm>
        </p:grpSpPr>
        <p:grpSp>
          <p:nvGrpSpPr>
            <p:cNvPr id="64" name="Shape 64"/>
            <p:cNvGrpSpPr/>
            <p:nvPr/>
          </p:nvGrpSpPr>
          <p:grpSpPr>
            <a:xfrm>
              <a:off x="6775084" y="4253708"/>
              <a:ext cx="409500" cy="889800"/>
              <a:chOff x="6775084" y="4253708"/>
              <a:chExt cx="409500" cy="889800"/>
            </a:xfrm>
          </p:grpSpPr>
          <p:sp>
            <p:nvSpPr>
              <p:cNvPr id="65" name="Shape 65"/>
              <p:cNvSpPr/>
              <p:nvPr/>
            </p:nvSpPr>
            <p:spPr>
              <a:xfrm>
                <a:off x="6775084"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sp>
            <p:nvSpPr>
              <p:cNvPr id="66" name="Shape 66"/>
              <p:cNvSpPr/>
              <p:nvPr/>
            </p:nvSpPr>
            <p:spPr>
              <a:xfrm>
                <a:off x="6775084"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grpSp>
        <p:grpSp>
          <p:nvGrpSpPr>
            <p:cNvPr id="67" name="Shape 67"/>
            <p:cNvGrpSpPr/>
            <p:nvPr/>
          </p:nvGrpSpPr>
          <p:grpSpPr>
            <a:xfrm>
              <a:off x="7367299" y="3804008"/>
              <a:ext cx="409500" cy="1339500"/>
              <a:chOff x="7367299" y="3804008"/>
              <a:chExt cx="409500" cy="1339500"/>
            </a:xfrm>
          </p:grpSpPr>
          <p:sp>
            <p:nvSpPr>
              <p:cNvPr id="68" name="Shape 68"/>
              <p:cNvSpPr/>
              <p:nvPr/>
            </p:nvSpPr>
            <p:spPr>
              <a:xfrm>
                <a:off x="7367299"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sp>
            <p:nvSpPr>
              <p:cNvPr id="69" name="Shape 69"/>
              <p:cNvSpPr/>
              <p:nvPr/>
            </p:nvSpPr>
            <p:spPr>
              <a:xfrm>
                <a:off x="7367299"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sp>
            <p:nvSpPr>
              <p:cNvPr id="70" name="Shape 70"/>
              <p:cNvSpPr/>
              <p:nvPr/>
            </p:nvSpPr>
            <p:spPr>
              <a:xfrm>
                <a:off x="7367299"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grpSp>
        <p:grpSp>
          <p:nvGrpSpPr>
            <p:cNvPr id="71" name="Shape 71"/>
            <p:cNvGrpSpPr/>
            <p:nvPr/>
          </p:nvGrpSpPr>
          <p:grpSpPr>
            <a:xfrm>
              <a:off x="7959516" y="3354008"/>
              <a:ext cx="409500" cy="1789500"/>
              <a:chOff x="7959516" y="3354008"/>
              <a:chExt cx="409500" cy="1789500"/>
            </a:xfrm>
          </p:grpSpPr>
          <p:sp>
            <p:nvSpPr>
              <p:cNvPr id="72" name="Shape 72"/>
              <p:cNvSpPr/>
              <p:nvPr/>
            </p:nvSpPr>
            <p:spPr>
              <a:xfrm>
                <a:off x="7959516"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sp>
            <p:nvSpPr>
              <p:cNvPr id="73" name="Shape 73"/>
              <p:cNvSpPr/>
              <p:nvPr/>
            </p:nvSpPr>
            <p:spPr>
              <a:xfrm>
                <a:off x="7959516"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sp>
            <p:nvSpPr>
              <p:cNvPr id="74" name="Shape 74"/>
              <p:cNvSpPr/>
              <p:nvPr/>
            </p:nvSpPr>
            <p:spPr>
              <a:xfrm>
                <a:off x="7959516"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sp>
            <p:nvSpPr>
              <p:cNvPr id="75" name="Shape 75"/>
              <p:cNvSpPr/>
              <p:nvPr/>
            </p:nvSpPr>
            <p:spPr>
              <a:xfrm>
                <a:off x="7959516"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grpSp>
        <p:grpSp>
          <p:nvGrpSpPr>
            <p:cNvPr id="76" name="Shape 76"/>
            <p:cNvGrpSpPr/>
            <p:nvPr/>
          </p:nvGrpSpPr>
          <p:grpSpPr>
            <a:xfrm>
              <a:off x="8551731" y="2904008"/>
              <a:ext cx="409500" cy="2239500"/>
              <a:chOff x="8551731" y="2904008"/>
              <a:chExt cx="409500" cy="2239500"/>
            </a:xfrm>
          </p:grpSpPr>
          <p:sp>
            <p:nvSpPr>
              <p:cNvPr id="77" name="Shape 77"/>
              <p:cNvSpPr/>
              <p:nvPr/>
            </p:nvSpPr>
            <p:spPr>
              <a:xfrm>
                <a:off x="8551731" y="4253708"/>
                <a:ext cx="409500" cy="8898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sp>
            <p:nvSpPr>
              <p:cNvPr id="78" name="Shape 78"/>
              <p:cNvSpPr/>
              <p:nvPr/>
            </p:nvSpPr>
            <p:spPr>
              <a:xfrm>
                <a:off x="8551731" y="3354008"/>
                <a:ext cx="409500" cy="17895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sp>
            <p:nvSpPr>
              <p:cNvPr id="79" name="Shape 79"/>
              <p:cNvSpPr/>
              <p:nvPr/>
            </p:nvSpPr>
            <p:spPr>
              <a:xfrm>
                <a:off x="8551731" y="3804008"/>
                <a:ext cx="409500" cy="13395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sp>
            <p:nvSpPr>
              <p:cNvPr id="80" name="Shape 80"/>
              <p:cNvSpPr/>
              <p:nvPr/>
            </p:nvSpPr>
            <p:spPr>
              <a:xfrm>
                <a:off x="8551731" y="2904008"/>
                <a:ext cx="409500" cy="22395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sp>
            <p:nvSpPr>
              <p:cNvPr id="81" name="Shape 81"/>
              <p:cNvSpPr/>
              <p:nvPr/>
            </p:nvSpPr>
            <p:spPr>
              <a:xfrm>
                <a:off x="8551731" y="4703408"/>
                <a:ext cx="409500" cy="4401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grpSp>
      </p:grpSp>
      <p:sp>
        <p:nvSpPr>
          <p:cNvPr id="82" name="Shape 82"/>
          <p:cNvSpPr txBox="1"/>
          <p:nvPr>
            <p:ph type="title"/>
          </p:nvPr>
        </p:nvSpPr>
        <p:spPr>
          <a:xfrm>
            <a:off x="824000" y="1613825"/>
            <a:ext cx="5857800" cy="1872900"/>
          </a:xfrm>
          <a:prstGeom prst="rect">
            <a:avLst/>
          </a:prstGeom>
        </p:spPr>
        <p:txBody>
          <a:bodyPr anchorCtr="0" anchor="ctr" bIns="91425" lIns="91425" rIns="91425" wrap="square" tIns="91425"/>
          <a:lstStyle>
            <a:lvl1pPr lvl="0">
              <a:spcBef>
                <a:spcPts val="0"/>
              </a:spcBef>
              <a:buClr>
                <a:schemeClr val="lt1"/>
              </a:buClr>
              <a:buSzPts val="3600"/>
              <a:buNone/>
              <a:defRPr sz="3600">
                <a:solidFill>
                  <a:schemeClr val="lt1"/>
                </a:solidFill>
              </a:defRPr>
            </a:lvl1pPr>
            <a:lvl2pPr lvl="1">
              <a:spcBef>
                <a:spcPts val="0"/>
              </a:spcBef>
              <a:buClr>
                <a:schemeClr val="lt1"/>
              </a:buClr>
              <a:buSzPts val="3600"/>
              <a:buNone/>
              <a:defRPr sz="3600">
                <a:solidFill>
                  <a:schemeClr val="lt1"/>
                </a:solidFill>
              </a:defRPr>
            </a:lvl2pPr>
            <a:lvl3pPr lvl="2">
              <a:spcBef>
                <a:spcPts val="0"/>
              </a:spcBef>
              <a:buClr>
                <a:schemeClr val="lt1"/>
              </a:buClr>
              <a:buSzPts val="3600"/>
              <a:buNone/>
              <a:defRPr sz="3600">
                <a:solidFill>
                  <a:schemeClr val="lt1"/>
                </a:solidFill>
              </a:defRPr>
            </a:lvl3pPr>
            <a:lvl4pPr lvl="3">
              <a:spcBef>
                <a:spcPts val="0"/>
              </a:spcBef>
              <a:buClr>
                <a:schemeClr val="lt1"/>
              </a:buClr>
              <a:buSzPts val="3600"/>
              <a:buNone/>
              <a:defRPr sz="3600">
                <a:solidFill>
                  <a:schemeClr val="lt1"/>
                </a:solidFill>
              </a:defRPr>
            </a:lvl4pPr>
            <a:lvl5pPr lvl="4">
              <a:spcBef>
                <a:spcPts val="0"/>
              </a:spcBef>
              <a:buClr>
                <a:schemeClr val="lt1"/>
              </a:buClr>
              <a:buSzPts val="3600"/>
              <a:buNone/>
              <a:defRPr sz="3600">
                <a:solidFill>
                  <a:schemeClr val="lt1"/>
                </a:solidFill>
              </a:defRPr>
            </a:lvl5pPr>
            <a:lvl6pPr lvl="5">
              <a:spcBef>
                <a:spcPts val="0"/>
              </a:spcBef>
              <a:buClr>
                <a:schemeClr val="lt1"/>
              </a:buClr>
              <a:buSzPts val="3600"/>
              <a:buNone/>
              <a:defRPr sz="3600">
                <a:solidFill>
                  <a:schemeClr val="lt1"/>
                </a:solidFill>
              </a:defRPr>
            </a:lvl6pPr>
            <a:lvl7pPr lvl="6">
              <a:spcBef>
                <a:spcPts val="0"/>
              </a:spcBef>
              <a:buClr>
                <a:schemeClr val="lt1"/>
              </a:buClr>
              <a:buSzPts val="3600"/>
              <a:buNone/>
              <a:defRPr sz="3600">
                <a:solidFill>
                  <a:schemeClr val="lt1"/>
                </a:solidFill>
              </a:defRPr>
            </a:lvl7pPr>
            <a:lvl8pPr lvl="7">
              <a:spcBef>
                <a:spcPts val="0"/>
              </a:spcBef>
              <a:buClr>
                <a:schemeClr val="lt1"/>
              </a:buClr>
              <a:buSzPts val="3600"/>
              <a:buNone/>
              <a:defRPr sz="3600">
                <a:solidFill>
                  <a:schemeClr val="lt1"/>
                </a:solidFill>
              </a:defRPr>
            </a:lvl8pPr>
            <a:lvl9pPr lvl="8">
              <a:spcBef>
                <a:spcPts val="0"/>
              </a:spcBef>
              <a:buClr>
                <a:schemeClr val="lt1"/>
              </a:buClr>
              <a:buSzPts val="3600"/>
              <a:buNone/>
              <a:defRPr sz="3600">
                <a:solidFill>
                  <a:schemeClr val="lt1"/>
                </a:solidFill>
              </a:defRPr>
            </a:lvl9pPr>
          </a:lstStyle>
          <a:p/>
        </p:txBody>
      </p:sp>
      <p:sp>
        <p:nvSpPr>
          <p:cNvPr id="83" name="Shape 83"/>
          <p:cNvSpPr txBox="1"/>
          <p:nvPr>
            <p:ph idx="12" type="sldNum"/>
          </p:nvPr>
        </p:nvSpPr>
        <p:spPr>
          <a:xfrm>
            <a:off x="8451046" y="4736976"/>
            <a:ext cx="548700" cy="393600"/>
          </a:xfrm>
          <a:prstGeom prst="rect">
            <a:avLst/>
          </a:prstGeom>
        </p:spPr>
        <p:txBody>
          <a:bodyPr anchorCtr="0" anchor="ctr" bIns="91425" lIns="91425" rIns="91425" wrap="square" tIns="91425">
            <a:noAutofit/>
          </a:bodyPr>
          <a:lstStyle/>
          <a:p>
            <a:pPr indent="0" lvl="0" marL="0">
              <a:spcBef>
                <a:spcPts val="0"/>
              </a:spcBef>
              <a:buNone/>
            </a:pPr>
            <a:fld id="{00000000-1234-1234-1234-123412341234}" type="slidenum">
              <a:rPr lang="en">
                <a:solidFill>
                  <a:schemeClr val="lt1"/>
                </a:solidFill>
              </a:rPr>
              <a:t>‹#›</a:t>
            </a:fld>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type="tx">
  <p:cSld name="Title and body">
    <p:spTree>
      <p:nvGrpSpPr>
        <p:cNvPr id="84" name="Shape 84"/>
        <p:cNvGrpSpPr/>
        <p:nvPr/>
      </p:nvGrpSpPr>
      <p:grpSpPr>
        <a:xfrm>
          <a:off x="0" y="0"/>
          <a:ext cx="0" cy="0"/>
          <a:chOff x="0" y="0"/>
          <a:chExt cx="0" cy="0"/>
        </a:xfrm>
      </p:grpSpPr>
      <p:grpSp>
        <p:nvGrpSpPr>
          <p:cNvPr id="85" name="Shape 85"/>
          <p:cNvGrpSpPr/>
          <p:nvPr/>
        </p:nvGrpSpPr>
        <p:grpSpPr>
          <a:xfrm>
            <a:off x="625966" y="299376"/>
            <a:ext cx="999312" cy="999312"/>
            <a:chOff x="348199" y="179450"/>
            <a:chExt cx="1116300" cy="1116300"/>
          </a:xfrm>
        </p:grpSpPr>
        <p:sp>
          <p:nvSpPr>
            <p:cNvPr id="86" name="Shape 86"/>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rIns="91425" wrap="square" tIns="91425">
              <a:noAutofit/>
            </a:bodyPr>
            <a:lstStyle/>
            <a:p>
              <a:pPr indent="0" lvl="0" marL="0">
                <a:spcBef>
                  <a:spcPts val="0"/>
                </a:spcBef>
                <a:buNone/>
              </a:pPr>
              <a:r>
                <a:t/>
              </a:r>
              <a:endParaRPr/>
            </a:p>
          </p:txBody>
        </p:sp>
        <p:sp>
          <p:nvSpPr>
            <p:cNvPr id="87" name="Shape 87"/>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rIns="91425" wrap="square" tIns="91425">
              <a:noAutofit/>
            </a:bodyPr>
            <a:lstStyle/>
            <a:p>
              <a:pPr indent="0" lvl="0" marL="0">
                <a:spcBef>
                  <a:spcPts val="0"/>
                </a:spcBef>
                <a:buNone/>
              </a:pPr>
              <a:r>
                <a:t/>
              </a:r>
              <a:endParaRPr/>
            </a:p>
          </p:txBody>
        </p:sp>
      </p:grpSp>
      <p:sp>
        <p:nvSpPr>
          <p:cNvPr id="88" name="Shape 88"/>
          <p:cNvSpPr txBox="1"/>
          <p:nvPr>
            <p:ph type="title"/>
          </p:nvPr>
        </p:nvSpPr>
        <p:spPr>
          <a:xfrm>
            <a:off x="1303800" y="598575"/>
            <a:ext cx="7030500" cy="999300"/>
          </a:xfrm>
          <a:prstGeom prst="rect">
            <a:avLst/>
          </a:prstGeom>
        </p:spPr>
        <p:txBody>
          <a:bodyPr anchorCtr="0" anchor="t" bIns="91425" lIns="91425" rIns="91425" wrap="square" tIns="91425"/>
          <a:lstStyle>
            <a:lvl1pPr lvl="0">
              <a:spcBef>
                <a:spcPts val="0"/>
              </a:spcBef>
              <a:buSzPts val="2800"/>
              <a:buNone/>
              <a:defRPr/>
            </a:lvl1pPr>
            <a:lvl2pPr lvl="1">
              <a:spcBef>
                <a:spcPts val="0"/>
              </a:spcBef>
              <a:buSzPts val="2800"/>
              <a:buNone/>
              <a:defRPr/>
            </a:lvl2pPr>
            <a:lvl3pPr lvl="2">
              <a:spcBef>
                <a:spcPts val="0"/>
              </a:spcBef>
              <a:buSzPts val="2800"/>
              <a:buNone/>
              <a:defRPr/>
            </a:lvl3pPr>
            <a:lvl4pPr lvl="3">
              <a:spcBef>
                <a:spcPts val="0"/>
              </a:spcBef>
              <a:buSzPts val="2800"/>
              <a:buNone/>
              <a:defRPr/>
            </a:lvl4pPr>
            <a:lvl5pPr lvl="4">
              <a:spcBef>
                <a:spcPts val="0"/>
              </a:spcBef>
              <a:buSzPts val="2800"/>
              <a:buNone/>
              <a:defRPr/>
            </a:lvl5pPr>
            <a:lvl6pPr lvl="5">
              <a:spcBef>
                <a:spcPts val="0"/>
              </a:spcBef>
              <a:buSzPts val="2800"/>
              <a:buNone/>
              <a:defRPr/>
            </a:lvl6pPr>
            <a:lvl7pPr lvl="6">
              <a:spcBef>
                <a:spcPts val="0"/>
              </a:spcBef>
              <a:buSzPts val="2800"/>
              <a:buNone/>
              <a:defRPr/>
            </a:lvl7pPr>
            <a:lvl8pPr lvl="7">
              <a:spcBef>
                <a:spcPts val="0"/>
              </a:spcBef>
              <a:buSzPts val="2800"/>
              <a:buNone/>
              <a:defRPr/>
            </a:lvl8pPr>
            <a:lvl9pPr lvl="8">
              <a:spcBef>
                <a:spcPts val="0"/>
              </a:spcBef>
              <a:buSzPts val="2800"/>
              <a:buNone/>
              <a:defRPr/>
            </a:lvl9pPr>
          </a:lstStyle>
          <a:p/>
        </p:txBody>
      </p:sp>
      <p:sp>
        <p:nvSpPr>
          <p:cNvPr id="89" name="Shape 89"/>
          <p:cNvSpPr txBox="1"/>
          <p:nvPr>
            <p:ph idx="1" type="body"/>
          </p:nvPr>
        </p:nvSpPr>
        <p:spPr>
          <a:xfrm>
            <a:off x="1303800" y="1990050"/>
            <a:ext cx="7030500" cy="2541600"/>
          </a:xfrm>
          <a:prstGeom prst="rect">
            <a:avLst/>
          </a:prstGeom>
        </p:spPr>
        <p:txBody>
          <a:bodyPr anchorCtr="0" anchor="t" bIns="91425" lIns="91425" rIns="91425" wrap="square" tIns="91425"/>
          <a:lstStyle>
            <a:lvl1pPr lvl="0">
              <a:spcBef>
                <a:spcPts val="0"/>
              </a:spcBef>
              <a:buSzPts val="1300"/>
              <a:buChar char="●"/>
              <a:defRPr/>
            </a:lvl1pPr>
            <a:lvl2pPr lvl="1">
              <a:spcBef>
                <a:spcPts val="0"/>
              </a:spcBef>
              <a:buSzPts val="1100"/>
              <a:buChar char="○"/>
              <a:defRPr/>
            </a:lvl2pPr>
            <a:lvl3pPr lvl="2">
              <a:spcBef>
                <a:spcPts val="0"/>
              </a:spcBef>
              <a:buSzPts val="1100"/>
              <a:buChar char="■"/>
              <a:defRPr/>
            </a:lvl3pPr>
            <a:lvl4pPr lvl="3">
              <a:spcBef>
                <a:spcPts val="0"/>
              </a:spcBef>
              <a:buSzPts val="1100"/>
              <a:buChar char="●"/>
              <a:defRPr/>
            </a:lvl4pPr>
            <a:lvl5pPr lvl="4">
              <a:spcBef>
                <a:spcPts val="0"/>
              </a:spcBef>
              <a:buSzPts val="1100"/>
              <a:buChar char="○"/>
              <a:defRPr/>
            </a:lvl5pPr>
            <a:lvl6pPr lvl="5">
              <a:spcBef>
                <a:spcPts val="0"/>
              </a:spcBef>
              <a:buSzPts val="1100"/>
              <a:buChar char="■"/>
              <a:defRPr/>
            </a:lvl6pPr>
            <a:lvl7pPr lvl="6">
              <a:spcBef>
                <a:spcPts val="0"/>
              </a:spcBef>
              <a:buSzPts val="1100"/>
              <a:buChar char="●"/>
              <a:defRPr/>
            </a:lvl7pPr>
            <a:lvl8pPr lvl="7">
              <a:spcBef>
                <a:spcPts val="0"/>
              </a:spcBef>
              <a:buSzPts val="1100"/>
              <a:buChar char="○"/>
              <a:defRPr/>
            </a:lvl8pPr>
            <a:lvl9pPr lvl="8">
              <a:spcBef>
                <a:spcPts val="0"/>
              </a:spcBef>
              <a:buSzPts val="1100"/>
              <a:buChar char="■"/>
              <a:defRPr/>
            </a:lvl9pPr>
          </a:lstStyle>
          <a:p/>
        </p:txBody>
      </p:sp>
      <p:sp>
        <p:nvSpPr>
          <p:cNvPr id="90" name="Shape 90"/>
          <p:cNvSpPr txBox="1"/>
          <p:nvPr>
            <p:ph idx="12" type="sldNum"/>
          </p:nvPr>
        </p:nvSpPr>
        <p:spPr>
          <a:xfrm>
            <a:off x="8451046" y="4736976"/>
            <a:ext cx="548700" cy="393600"/>
          </a:xfrm>
          <a:prstGeom prst="rect">
            <a:avLst/>
          </a:prstGeom>
        </p:spPr>
        <p:txBody>
          <a:bodyPr anchorCtr="0" anchor="ctr" bIns="91425" lIns="91425" rIns="91425" wrap="square" tIns="91425">
            <a:noAutofit/>
          </a:bodyPr>
          <a:lstStyle/>
          <a:p>
            <a:pPr indent="0" lvl="0" marL="0">
              <a:spcBef>
                <a:spcPts val="0"/>
              </a:spcBef>
              <a:buNone/>
            </a:pPr>
            <a:fld id="{00000000-1234-1234-1234-123412341234}" type="slidenum">
              <a:rPr lang="en"/>
              <a:t>‹#›</a:t>
            </a:fld>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type="twoColTx">
  <p:cSld name="Title and two columns">
    <p:spTree>
      <p:nvGrpSpPr>
        <p:cNvPr id="91" name="Shape 91"/>
        <p:cNvGrpSpPr/>
        <p:nvPr/>
      </p:nvGrpSpPr>
      <p:grpSpPr>
        <a:xfrm>
          <a:off x="0" y="0"/>
          <a:ext cx="0" cy="0"/>
          <a:chOff x="0" y="0"/>
          <a:chExt cx="0" cy="0"/>
        </a:xfrm>
      </p:grpSpPr>
      <p:grpSp>
        <p:nvGrpSpPr>
          <p:cNvPr id="92" name="Shape 92"/>
          <p:cNvGrpSpPr/>
          <p:nvPr/>
        </p:nvGrpSpPr>
        <p:grpSpPr>
          <a:xfrm>
            <a:off x="625966" y="299376"/>
            <a:ext cx="999312" cy="999312"/>
            <a:chOff x="348199" y="179450"/>
            <a:chExt cx="1116300" cy="1116300"/>
          </a:xfrm>
        </p:grpSpPr>
        <p:sp>
          <p:nvSpPr>
            <p:cNvPr id="93" name="Shape 93"/>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rIns="91425" wrap="square" tIns="91425">
              <a:noAutofit/>
            </a:bodyPr>
            <a:lstStyle/>
            <a:p>
              <a:pPr indent="0" lvl="0" marL="0">
                <a:spcBef>
                  <a:spcPts val="0"/>
                </a:spcBef>
                <a:buNone/>
              </a:pPr>
              <a:r>
                <a:t/>
              </a:r>
              <a:endParaRPr/>
            </a:p>
          </p:txBody>
        </p:sp>
        <p:sp>
          <p:nvSpPr>
            <p:cNvPr id="94" name="Shape 94"/>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rIns="91425" wrap="square" tIns="91425">
              <a:noAutofit/>
            </a:bodyPr>
            <a:lstStyle/>
            <a:p>
              <a:pPr indent="0" lvl="0" marL="0">
                <a:spcBef>
                  <a:spcPts val="0"/>
                </a:spcBef>
                <a:buNone/>
              </a:pPr>
              <a:r>
                <a:t/>
              </a:r>
              <a:endParaRPr/>
            </a:p>
          </p:txBody>
        </p:sp>
      </p:grpSp>
      <p:sp>
        <p:nvSpPr>
          <p:cNvPr id="95" name="Shape 95"/>
          <p:cNvSpPr txBox="1"/>
          <p:nvPr>
            <p:ph type="title"/>
          </p:nvPr>
        </p:nvSpPr>
        <p:spPr>
          <a:xfrm>
            <a:off x="1303800" y="598575"/>
            <a:ext cx="7030500" cy="999300"/>
          </a:xfrm>
          <a:prstGeom prst="rect">
            <a:avLst/>
          </a:prstGeom>
        </p:spPr>
        <p:txBody>
          <a:bodyPr anchorCtr="0" anchor="t" bIns="91425" lIns="91425" rIns="91425" wrap="square" tIns="91425"/>
          <a:lstStyle>
            <a:lvl1pPr lvl="0">
              <a:spcBef>
                <a:spcPts val="0"/>
              </a:spcBef>
              <a:buSzPts val="2800"/>
              <a:buNone/>
              <a:defRPr/>
            </a:lvl1pPr>
            <a:lvl2pPr lvl="1">
              <a:spcBef>
                <a:spcPts val="0"/>
              </a:spcBef>
              <a:buSzPts val="2800"/>
              <a:buNone/>
              <a:defRPr/>
            </a:lvl2pPr>
            <a:lvl3pPr lvl="2">
              <a:spcBef>
                <a:spcPts val="0"/>
              </a:spcBef>
              <a:buSzPts val="2800"/>
              <a:buNone/>
              <a:defRPr/>
            </a:lvl3pPr>
            <a:lvl4pPr lvl="3">
              <a:spcBef>
                <a:spcPts val="0"/>
              </a:spcBef>
              <a:buSzPts val="2800"/>
              <a:buNone/>
              <a:defRPr/>
            </a:lvl4pPr>
            <a:lvl5pPr lvl="4">
              <a:spcBef>
                <a:spcPts val="0"/>
              </a:spcBef>
              <a:buSzPts val="2800"/>
              <a:buNone/>
              <a:defRPr/>
            </a:lvl5pPr>
            <a:lvl6pPr lvl="5">
              <a:spcBef>
                <a:spcPts val="0"/>
              </a:spcBef>
              <a:buSzPts val="2800"/>
              <a:buNone/>
              <a:defRPr/>
            </a:lvl6pPr>
            <a:lvl7pPr lvl="6">
              <a:spcBef>
                <a:spcPts val="0"/>
              </a:spcBef>
              <a:buSzPts val="2800"/>
              <a:buNone/>
              <a:defRPr/>
            </a:lvl7pPr>
            <a:lvl8pPr lvl="7">
              <a:spcBef>
                <a:spcPts val="0"/>
              </a:spcBef>
              <a:buSzPts val="2800"/>
              <a:buNone/>
              <a:defRPr/>
            </a:lvl8pPr>
            <a:lvl9pPr lvl="8">
              <a:spcBef>
                <a:spcPts val="0"/>
              </a:spcBef>
              <a:buSzPts val="2800"/>
              <a:buNone/>
              <a:defRPr/>
            </a:lvl9pPr>
          </a:lstStyle>
          <a:p/>
        </p:txBody>
      </p:sp>
      <p:sp>
        <p:nvSpPr>
          <p:cNvPr id="96" name="Shape 96"/>
          <p:cNvSpPr txBox="1"/>
          <p:nvPr>
            <p:ph idx="1" type="body"/>
          </p:nvPr>
        </p:nvSpPr>
        <p:spPr>
          <a:xfrm>
            <a:off x="1303800" y="1990050"/>
            <a:ext cx="3430500" cy="2541600"/>
          </a:xfrm>
          <a:prstGeom prst="rect">
            <a:avLst/>
          </a:prstGeom>
        </p:spPr>
        <p:txBody>
          <a:bodyPr anchorCtr="0" anchor="t" bIns="91425" lIns="91425" rIns="91425" wrap="square" tIns="91425"/>
          <a:lstStyle>
            <a:lvl1pPr lvl="0">
              <a:spcBef>
                <a:spcPts val="0"/>
              </a:spcBef>
              <a:buSzPts val="1300"/>
              <a:buChar char="●"/>
              <a:defRPr/>
            </a:lvl1pPr>
            <a:lvl2pPr lvl="1">
              <a:spcBef>
                <a:spcPts val="0"/>
              </a:spcBef>
              <a:buSzPts val="1100"/>
              <a:buChar char="○"/>
              <a:defRPr/>
            </a:lvl2pPr>
            <a:lvl3pPr lvl="2">
              <a:spcBef>
                <a:spcPts val="0"/>
              </a:spcBef>
              <a:buSzPts val="1100"/>
              <a:buChar char="■"/>
              <a:defRPr/>
            </a:lvl3pPr>
            <a:lvl4pPr lvl="3">
              <a:spcBef>
                <a:spcPts val="0"/>
              </a:spcBef>
              <a:buSzPts val="1100"/>
              <a:buChar char="●"/>
              <a:defRPr/>
            </a:lvl4pPr>
            <a:lvl5pPr lvl="4">
              <a:spcBef>
                <a:spcPts val="0"/>
              </a:spcBef>
              <a:buSzPts val="1100"/>
              <a:buChar char="○"/>
              <a:defRPr/>
            </a:lvl5pPr>
            <a:lvl6pPr lvl="5">
              <a:spcBef>
                <a:spcPts val="0"/>
              </a:spcBef>
              <a:buSzPts val="1100"/>
              <a:buChar char="■"/>
              <a:defRPr/>
            </a:lvl6pPr>
            <a:lvl7pPr lvl="6">
              <a:spcBef>
                <a:spcPts val="0"/>
              </a:spcBef>
              <a:buSzPts val="1100"/>
              <a:buChar char="●"/>
              <a:defRPr/>
            </a:lvl7pPr>
            <a:lvl8pPr lvl="7">
              <a:spcBef>
                <a:spcPts val="0"/>
              </a:spcBef>
              <a:buSzPts val="1100"/>
              <a:buChar char="○"/>
              <a:defRPr/>
            </a:lvl8pPr>
            <a:lvl9pPr lvl="8">
              <a:spcBef>
                <a:spcPts val="0"/>
              </a:spcBef>
              <a:buSzPts val="1100"/>
              <a:buChar char="■"/>
              <a:defRPr/>
            </a:lvl9pPr>
          </a:lstStyle>
          <a:p/>
        </p:txBody>
      </p:sp>
      <p:sp>
        <p:nvSpPr>
          <p:cNvPr id="97" name="Shape 97"/>
          <p:cNvSpPr txBox="1"/>
          <p:nvPr>
            <p:ph idx="2" type="body"/>
          </p:nvPr>
        </p:nvSpPr>
        <p:spPr>
          <a:xfrm>
            <a:off x="4903650" y="1990050"/>
            <a:ext cx="3430500" cy="2541600"/>
          </a:xfrm>
          <a:prstGeom prst="rect">
            <a:avLst/>
          </a:prstGeom>
        </p:spPr>
        <p:txBody>
          <a:bodyPr anchorCtr="0" anchor="t" bIns="91425" lIns="91425" rIns="91425" wrap="square" tIns="91425"/>
          <a:lstStyle>
            <a:lvl1pPr lvl="0">
              <a:spcBef>
                <a:spcPts val="0"/>
              </a:spcBef>
              <a:buSzPts val="1300"/>
              <a:buChar char="●"/>
              <a:defRPr/>
            </a:lvl1pPr>
            <a:lvl2pPr lvl="1">
              <a:spcBef>
                <a:spcPts val="0"/>
              </a:spcBef>
              <a:buSzPts val="1100"/>
              <a:buChar char="○"/>
              <a:defRPr/>
            </a:lvl2pPr>
            <a:lvl3pPr lvl="2">
              <a:spcBef>
                <a:spcPts val="0"/>
              </a:spcBef>
              <a:buSzPts val="1100"/>
              <a:buChar char="■"/>
              <a:defRPr/>
            </a:lvl3pPr>
            <a:lvl4pPr lvl="3">
              <a:spcBef>
                <a:spcPts val="0"/>
              </a:spcBef>
              <a:buSzPts val="1100"/>
              <a:buChar char="●"/>
              <a:defRPr/>
            </a:lvl4pPr>
            <a:lvl5pPr lvl="4">
              <a:spcBef>
                <a:spcPts val="0"/>
              </a:spcBef>
              <a:buSzPts val="1100"/>
              <a:buChar char="○"/>
              <a:defRPr/>
            </a:lvl5pPr>
            <a:lvl6pPr lvl="5">
              <a:spcBef>
                <a:spcPts val="0"/>
              </a:spcBef>
              <a:buSzPts val="1100"/>
              <a:buChar char="■"/>
              <a:defRPr/>
            </a:lvl6pPr>
            <a:lvl7pPr lvl="6">
              <a:spcBef>
                <a:spcPts val="0"/>
              </a:spcBef>
              <a:buSzPts val="1100"/>
              <a:buChar char="●"/>
              <a:defRPr/>
            </a:lvl7pPr>
            <a:lvl8pPr lvl="7">
              <a:spcBef>
                <a:spcPts val="0"/>
              </a:spcBef>
              <a:buSzPts val="1100"/>
              <a:buChar char="○"/>
              <a:defRPr/>
            </a:lvl8pPr>
            <a:lvl9pPr lvl="8">
              <a:spcBef>
                <a:spcPts val="0"/>
              </a:spcBef>
              <a:buSzPts val="1100"/>
              <a:buChar char="■"/>
              <a:defRPr/>
            </a:lvl9pPr>
          </a:lstStyle>
          <a:p/>
        </p:txBody>
      </p:sp>
      <p:sp>
        <p:nvSpPr>
          <p:cNvPr id="98" name="Shape 98"/>
          <p:cNvSpPr txBox="1"/>
          <p:nvPr>
            <p:ph idx="12" type="sldNum"/>
          </p:nvPr>
        </p:nvSpPr>
        <p:spPr>
          <a:xfrm>
            <a:off x="8451046" y="4736976"/>
            <a:ext cx="548700" cy="393600"/>
          </a:xfrm>
          <a:prstGeom prst="rect">
            <a:avLst/>
          </a:prstGeom>
        </p:spPr>
        <p:txBody>
          <a:bodyPr anchorCtr="0" anchor="ctr" bIns="91425" lIns="91425" rIns="91425" wrap="square" tIns="91425">
            <a:noAutofit/>
          </a:bodyPr>
          <a:lstStyle/>
          <a:p>
            <a:pPr indent="0" lvl="0" marL="0">
              <a:spcBef>
                <a:spcPts val="0"/>
              </a:spcBef>
              <a:buNone/>
            </a:pPr>
            <a:fld id="{00000000-1234-1234-1234-123412341234}" type="slidenum">
              <a:rPr lang="en"/>
              <a:t>‹#›</a:t>
            </a:fld>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type="titleOnly">
  <p:cSld name="Title only">
    <p:spTree>
      <p:nvGrpSpPr>
        <p:cNvPr id="99" name="Shape 99"/>
        <p:cNvGrpSpPr/>
        <p:nvPr/>
      </p:nvGrpSpPr>
      <p:grpSpPr>
        <a:xfrm>
          <a:off x="0" y="0"/>
          <a:ext cx="0" cy="0"/>
          <a:chOff x="0" y="0"/>
          <a:chExt cx="0" cy="0"/>
        </a:xfrm>
      </p:grpSpPr>
      <p:grpSp>
        <p:nvGrpSpPr>
          <p:cNvPr id="100" name="Shape 100"/>
          <p:cNvGrpSpPr/>
          <p:nvPr/>
        </p:nvGrpSpPr>
        <p:grpSpPr>
          <a:xfrm>
            <a:off x="625966" y="299376"/>
            <a:ext cx="999312" cy="999312"/>
            <a:chOff x="348199" y="179450"/>
            <a:chExt cx="1116300" cy="1116300"/>
          </a:xfrm>
        </p:grpSpPr>
        <p:sp>
          <p:nvSpPr>
            <p:cNvPr id="101" name="Shape 101"/>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rIns="91425" wrap="square" tIns="91425">
              <a:noAutofit/>
            </a:bodyPr>
            <a:lstStyle/>
            <a:p>
              <a:pPr indent="0" lvl="0" marL="0">
                <a:spcBef>
                  <a:spcPts val="0"/>
                </a:spcBef>
                <a:buNone/>
              </a:pPr>
              <a:r>
                <a:t/>
              </a:r>
              <a:endParaRPr/>
            </a:p>
          </p:txBody>
        </p:sp>
        <p:sp>
          <p:nvSpPr>
            <p:cNvPr id="102" name="Shape 102"/>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rIns="91425" wrap="square" tIns="91425">
              <a:noAutofit/>
            </a:bodyPr>
            <a:lstStyle/>
            <a:p>
              <a:pPr indent="0" lvl="0" marL="0">
                <a:spcBef>
                  <a:spcPts val="0"/>
                </a:spcBef>
                <a:buNone/>
              </a:pPr>
              <a:r>
                <a:t/>
              </a:r>
              <a:endParaRPr/>
            </a:p>
          </p:txBody>
        </p:sp>
      </p:grpSp>
      <p:sp>
        <p:nvSpPr>
          <p:cNvPr id="103" name="Shape 103"/>
          <p:cNvSpPr txBox="1"/>
          <p:nvPr>
            <p:ph type="title"/>
          </p:nvPr>
        </p:nvSpPr>
        <p:spPr>
          <a:xfrm>
            <a:off x="1303800" y="598575"/>
            <a:ext cx="7030500" cy="999300"/>
          </a:xfrm>
          <a:prstGeom prst="rect">
            <a:avLst/>
          </a:prstGeom>
        </p:spPr>
        <p:txBody>
          <a:bodyPr anchorCtr="0" anchor="t" bIns="91425" lIns="91425" rIns="91425" wrap="square" tIns="91425"/>
          <a:lstStyle>
            <a:lvl1pPr lvl="0">
              <a:spcBef>
                <a:spcPts val="0"/>
              </a:spcBef>
              <a:buSzPts val="2800"/>
              <a:buNone/>
              <a:defRPr/>
            </a:lvl1pPr>
            <a:lvl2pPr lvl="1">
              <a:spcBef>
                <a:spcPts val="0"/>
              </a:spcBef>
              <a:buSzPts val="2800"/>
              <a:buNone/>
              <a:defRPr/>
            </a:lvl2pPr>
            <a:lvl3pPr lvl="2">
              <a:spcBef>
                <a:spcPts val="0"/>
              </a:spcBef>
              <a:buSzPts val="2800"/>
              <a:buNone/>
              <a:defRPr/>
            </a:lvl3pPr>
            <a:lvl4pPr lvl="3">
              <a:spcBef>
                <a:spcPts val="0"/>
              </a:spcBef>
              <a:buSzPts val="2800"/>
              <a:buNone/>
              <a:defRPr/>
            </a:lvl4pPr>
            <a:lvl5pPr lvl="4">
              <a:spcBef>
                <a:spcPts val="0"/>
              </a:spcBef>
              <a:buSzPts val="2800"/>
              <a:buNone/>
              <a:defRPr/>
            </a:lvl5pPr>
            <a:lvl6pPr lvl="5">
              <a:spcBef>
                <a:spcPts val="0"/>
              </a:spcBef>
              <a:buSzPts val="2800"/>
              <a:buNone/>
              <a:defRPr/>
            </a:lvl6pPr>
            <a:lvl7pPr lvl="6">
              <a:spcBef>
                <a:spcPts val="0"/>
              </a:spcBef>
              <a:buSzPts val="2800"/>
              <a:buNone/>
              <a:defRPr/>
            </a:lvl7pPr>
            <a:lvl8pPr lvl="7">
              <a:spcBef>
                <a:spcPts val="0"/>
              </a:spcBef>
              <a:buSzPts val="2800"/>
              <a:buNone/>
              <a:defRPr/>
            </a:lvl8pPr>
            <a:lvl9pPr lvl="8">
              <a:spcBef>
                <a:spcPts val="0"/>
              </a:spcBef>
              <a:buSzPts val="2800"/>
              <a:buNone/>
              <a:defRPr/>
            </a:lvl9pPr>
          </a:lstStyle>
          <a:p/>
        </p:txBody>
      </p:sp>
      <p:sp>
        <p:nvSpPr>
          <p:cNvPr id="104" name="Shape 104"/>
          <p:cNvSpPr txBox="1"/>
          <p:nvPr>
            <p:ph idx="12" type="sldNum"/>
          </p:nvPr>
        </p:nvSpPr>
        <p:spPr>
          <a:xfrm>
            <a:off x="8451046" y="4736976"/>
            <a:ext cx="548700" cy="393600"/>
          </a:xfrm>
          <a:prstGeom prst="rect">
            <a:avLst/>
          </a:prstGeom>
        </p:spPr>
        <p:txBody>
          <a:bodyPr anchorCtr="0" anchor="ctr" bIns="91425" lIns="91425" rIns="91425" wrap="square" tIns="91425">
            <a:noAutofit/>
          </a:bodyPr>
          <a:lstStyle/>
          <a:p>
            <a:pPr indent="0" lvl="0" marL="0">
              <a:spcBef>
                <a:spcPts val="0"/>
              </a:spcBef>
              <a:buNone/>
            </a:pPr>
            <a:fld id="{00000000-1234-1234-1234-123412341234}" type="slidenum">
              <a:rPr lang="en"/>
              <a:t>‹#›</a:t>
            </a:fld>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One column text">
    <p:spTree>
      <p:nvGrpSpPr>
        <p:cNvPr id="105" name="Shape 105"/>
        <p:cNvGrpSpPr/>
        <p:nvPr/>
      </p:nvGrpSpPr>
      <p:grpSpPr>
        <a:xfrm>
          <a:off x="0" y="0"/>
          <a:ext cx="0" cy="0"/>
          <a:chOff x="0" y="0"/>
          <a:chExt cx="0" cy="0"/>
        </a:xfrm>
      </p:grpSpPr>
      <p:grpSp>
        <p:nvGrpSpPr>
          <p:cNvPr id="106" name="Shape 106"/>
          <p:cNvGrpSpPr/>
          <p:nvPr/>
        </p:nvGrpSpPr>
        <p:grpSpPr>
          <a:xfrm>
            <a:off x="625966" y="299376"/>
            <a:ext cx="999312" cy="999312"/>
            <a:chOff x="348199" y="179450"/>
            <a:chExt cx="1116300" cy="1116300"/>
          </a:xfrm>
        </p:grpSpPr>
        <p:sp>
          <p:nvSpPr>
            <p:cNvPr id="107" name="Shape 107"/>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rIns="91425" wrap="square" tIns="91425">
              <a:noAutofit/>
            </a:bodyPr>
            <a:lstStyle/>
            <a:p>
              <a:pPr indent="0" lvl="0" marL="0">
                <a:spcBef>
                  <a:spcPts val="0"/>
                </a:spcBef>
                <a:buNone/>
              </a:pPr>
              <a:r>
                <a:t/>
              </a:r>
              <a:endParaRPr/>
            </a:p>
          </p:txBody>
        </p:sp>
        <p:sp>
          <p:nvSpPr>
            <p:cNvPr id="108" name="Shape 108"/>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rIns="91425" wrap="square" tIns="91425">
              <a:noAutofit/>
            </a:bodyPr>
            <a:lstStyle/>
            <a:p>
              <a:pPr indent="0" lvl="0" marL="0">
                <a:spcBef>
                  <a:spcPts val="0"/>
                </a:spcBef>
                <a:buNone/>
              </a:pPr>
              <a:r>
                <a:t/>
              </a:r>
              <a:endParaRPr/>
            </a:p>
          </p:txBody>
        </p:sp>
      </p:grpSp>
      <p:sp>
        <p:nvSpPr>
          <p:cNvPr id="109" name="Shape 109"/>
          <p:cNvSpPr txBox="1"/>
          <p:nvPr>
            <p:ph type="title"/>
          </p:nvPr>
        </p:nvSpPr>
        <p:spPr>
          <a:xfrm>
            <a:off x="1303800" y="598575"/>
            <a:ext cx="3312000" cy="1590000"/>
          </a:xfrm>
          <a:prstGeom prst="rect">
            <a:avLst/>
          </a:prstGeom>
        </p:spPr>
        <p:txBody>
          <a:bodyPr anchorCtr="0" anchor="t" bIns="91425" lIns="91425" rIns="91425" wrap="square" tIns="91425"/>
          <a:lstStyle>
            <a:lvl1pPr lvl="0">
              <a:spcBef>
                <a:spcPts val="0"/>
              </a:spcBef>
              <a:buSzPts val="2800"/>
              <a:buNone/>
              <a:defRPr/>
            </a:lvl1pPr>
            <a:lvl2pPr lvl="1">
              <a:spcBef>
                <a:spcPts val="0"/>
              </a:spcBef>
              <a:buSzPts val="2800"/>
              <a:buNone/>
              <a:defRPr/>
            </a:lvl2pPr>
            <a:lvl3pPr lvl="2">
              <a:spcBef>
                <a:spcPts val="0"/>
              </a:spcBef>
              <a:buSzPts val="2800"/>
              <a:buNone/>
              <a:defRPr/>
            </a:lvl3pPr>
            <a:lvl4pPr lvl="3">
              <a:spcBef>
                <a:spcPts val="0"/>
              </a:spcBef>
              <a:buSzPts val="2800"/>
              <a:buNone/>
              <a:defRPr/>
            </a:lvl4pPr>
            <a:lvl5pPr lvl="4">
              <a:spcBef>
                <a:spcPts val="0"/>
              </a:spcBef>
              <a:buSzPts val="2800"/>
              <a:buNone/>
              <a:defRPr/>
            </a:lvl5pPr>
            <a:lvl6pPr lvl="5">
              <a:spcBef>
                <a:spcPts val="0"/>
              </a:spcBef>
              <a:buSzPts val="2800"/>
              <a:buNone/>
              <a:defRPr/>
            </a:lvl6pPr>
            <a:lvl7pPr lvl="6">
              <a:spcBef>
                <a:spcPts val="0"/>
              </a:spcBef>
              <a:buSzPts val="2800"/>
              <a:buNone/>
              <a:defRPr/>
            </a:lvl7pPr>
            <a:lvl8pPr lvl="7">
              <a:spcBef>
                <a:spcPts val="0"/>
              </a:spcBef>
              <a:buSzPts val="2800"/>
              <a:buNone/>
              <a:defRPr/>
            </a:lvl8pPr>
            <a:lvl9pPr lvl="8">
              <a:spcBef>
                <a:spcPts val="0"/>
              </a:spcBef>
              <a:buSzPts val="2800"/>
              <a:buNone/>
              <a:defRPr/>
            </a:lvl9pPr>
          </a:lstStyle>
          <a:p/>
        </p:txBody>
      </p:sp>
      <p:sp>
        <p:nvSpPr>
          <p:cNvPr id="110" name="Shape 110"/>
          <p:cNvSpPr txBox="1"/>
          <p:nvPr>
            <p:ph idx="1" type="body"/>
          </p:nvPr>
        </p:nvSpPr>
        <p:spPr>
          <a:xfrm>
            <a:off x="1303800" y="2309675"/>
            <a:ext cx="3312000" cy="2221800"/>
          </a:xfrm>
          <a:prstGeom prst="rect">
            <a:avLst/>
          </a:prstGeom>
        </p:spPr>
        <p:txBody>
          <a:bodyPr anchorCtr="0" anchor="t" bIns="91425" lIns="91425" rIns="91425" wrap="square" tIns="91425"/>
          <a:lstStyle>
            <a:lvl1pPr lvl="0">
              <a:spcBef>
                <a:spcPts val="0"/>
              </a:spcBef>
              <a:buSzPts val="1300"/>
              <a:buChar char="●"/>
              <a:defRPr/>
            </a:lvl1pPr>
            <a:lvl2pPr lvl="1">
              <a:spcBef>
                <a:spcPts val="0"/>
              </a:spcBef>
              <a:buSzPts val="1100"/>
              <a:buChar char="○"/>
              <a:defRPr/>
            </a:lvl2pPr>
            <a:lvl3pPr lvl="2">
              <a:spcBef>
                <a:spcPts val="0"/>
              </a:spcBef>
              <a:buSzPts val="1100"/>
              <a:buChar char="■"/>
              <a:defRPr/>
            </a:lvl3pPr>
            <a:lvl4pPr lvl="3">
              <a:spcBef>
                <a:spcPts val="0"/>
              </a:spcBef>
              <a:buSzPts val="1100"/>
              <a:buChar char="●"/>
              <a:defRPr/>
            </a:lvl4pPr>
            <a:lvl5pPr lvl="4">
              <a:spcBef>
                <a:spcPts val="0"/>
              </a:spcBef>
              <a:buSzPts val="1100"/>
              <a:buChar char="○"/>
              <a:defRPr/>
            </a:lvl5pPr>
            <a:lvl6pPr lvl="5">
              <a:spcBef>
                <a:spcPts val="0"/>
              </a:spcBef>
              <a:buSzPts val="1100"/>
              <a:buChar char="■"/>
              <a:defRPr/>
            </a:lvl6pPr>
            <a:lvl7pPr lvl="6">
              <a:spcBef>
                <a:spcPts val="0"/>
              </a:spcBef>
              <a:buSzPts val="1100"/>
              <a:buChar char="●"/>
              <a:defRPr/>
            </a:lvl7pPr>
            <a:lvl8pPr lvl="7">
              <a:spcBef>
                <a:spcPts val="0"/>
              </a:spcBef>
              <a:buSzPts val="1100"/>
              <a:buChar char="○"/>
              <a:defRPr/>
            </a:lvl8pPr>
            <a:lvl9pPr lvl="8">
              <a:spcBef>
                <a:spcPts val="0"/>
              </a:spcBef>
              <a:buSzPts val="1100"/>
              <a:buChar char="■"/>
              <a:defRPr/>
            </a:lvl9pPr>
          </a:lstStyle>
          <a:p/>
        </p:txBody>
      </p:sp>
      <p:sp>
        <p:nvSpPr>
          <p:cNvPr id="111" name="Shape 111"/>
          <p:cNvSpPr txBox="1"/>
          <p:nvPr>
            <p:ph idx="12" type="sldNum"/>
          </p:nvPr>
        </p:nvSpPr>
        <p:spPr>
          <a:xfrm>
            <a:off x="8451046" y="4736976"/>
            <a:ext cx="548700" cy="393600"/>
          </a:xfrm>
          <a:prstGeom prst="rect">
            <a:avLst/>
          </a:prstGeom>
        </p:spPr>
        <p:txBody>
          <a:bodyPr anchorCtr="0" anchor="ctr" bIns="91425" lIns="91425" rIns="91425" wrap="square" tIns="91425">
            <a:noAutofit/>
          </a:bodyPr>
          <a:lstStyle/>
          <a:p>
            <a:pPr indent="0" lvl="0" marL="0">
              <a:spcBef>
                <a:spcPts val="0"/>
              </a:spcBef>
              <a:buNone/>
            </a:pPr>
            <a:fld id="{00000000-1234-1234-1234-123412341234}" type="slidenum">
              <a:rPr lang="en"/>
              <a:t>‹#›</a:t>
            </a:fld>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Main point">
    <p:bg>
      <p:bgPr>
        <a:solidFill>
          <a:schemeClr val="dk1"/>
        </a:solidFill>
      </p:bgPr>
    </p:bg>
    <p:spTree>
      <p:nvGrpSpPr>
        <p:cNvPr id="112" name="Shape 112"/>
        <p:cNvGrpSpPr/>
        <p:nvPr/>
      </p:nvGrpSpPr>
      <p:grpSpPr>
        <a:xfrm>
          <a:off x="0" y="0"/>
          <a:ext cx="0" cy="0"/>
          <a:chOff x="0" y="0"/>
          <a:chExt cx="0" cy="0"/>
        </a:xfrm>
      </p:grpSpPr>
      <p:grpSp>
        <p:nvGrpSpPr>
          <p:cNvPr id="113" name="Shape 113"/>
          <p:cNvGrpSpPr/>
          <p:nvPr/>
        </p:nvGrpSpPr>
        <p:grpSpPr>
          <a:xfrm>
            <a:off x="6866714" y="1306"/>
            <a:ext cx="2267451" cy="2601690"/>
            <a:chOff x="6790514" y="1306"/>
            <a:chExt cx="2267451" cy="2601690"/>
          </a:xfrm>
        </p:grpSpPr>
        <p:grpSp>
          <p:nvGrpSpPr>
            <p:cNvPr id="114" name="Shape 114"/>
            <p:cNvGrpSpPr/>
            <p:nvPr/>
          </p:nvGrpSpPr>
          <p:grpSpPr>
            <a:xfrm>
              <a:off x="7067465" y="1306"/>
              <a:ext cx="1990500" cy="1990200"/>
              <a:chOff x="7067465" y="1306"/>
              <a:chExt cx="1990500" cy="1990200"/>
            </a:xfrm>
          </p:grpSpPr>
          <p:sp>
            <p:nvSpPr>
              <p:cNvPr id="115" name="Shape 115"/>
              <p:cNvSpPr/>
              <p:nvPr/>
            </p:nvSpPr>
            <p:spPr>
              <a:xfrm rot="-8648551">
                <a:off x="7594313" y="527721"/>
                <a:ext cx="937226" cy="937226"/>
              </a:xfrm>
              <a:prstGeom prst="ellipse">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sp>
            <p:nvSpPr>
              <p:cNvPr id="116" name="Shape 116"/>
              <p:cNvSpPr/>
              <p:nvPr/>
            </p:nvSpPr>
            <p:spPr>
              <a:xfrm rot="-8648551">
                <a:off x="7594313" y="527721"/>
                <a:ext cx="937226" cy="937226"/>
              </a:xfrm>
              <a:prstGeom prst="pie">
                <a:avLst>
                  <a:gd fmla="val 19376841" name="adj1"/>
                  <a:gd fmla="val 12313574"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sp>
            <p:nvSpPr>
              <p:cNvPr id="117" name="Shape 117"/>
              <p:cNvSpPr/>
              <p:nvPr/>
            </p:nvSpPr>
            <p:spPr>
              <a:xfrm rot="-8649154">
                <a:off x="7349891" y="283705"/>
                <a:ext cx="1425647" cy="1425404"/>
              </a:xfrm>
              <a:prstGeom prst="ellipse">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grpSp>
        <p:grpSp>
          <p:nvGrpSpPr>
            <p:cNvPr id="118" name="Shape 118"/>
            <p:cNvGrpSpPr/>
            <p:nvPr/>
          </p:nvGrpSpPr>
          <p:grpSpPr>
            <a:xfrm>
              <a:off x="8207126" y="1807996"/>
              <a:ext cx="795000" cy="795000"/>
              <a:chOff x="8207126" y="1807996"/>
              <a:chExt cx="795000" cy="795000"/>
            </a:xfrm>
          </p:grpSpPr>
          <p:sp>
            <p:nvSpPr>
              <p:cNvPr id="119" name="Shape 119"/>
              <p:cNvSpPr/>
              <p:nvPr/>
            </p:nvSpPr>
            <p:spPr>
              <a:xfrm rot="2152054">
                <a:off x="8319942" y="1920813"/>
                <a:ext cx="569367" cy="569367"/>
              </a:xfrm>
              <a:prstGeom prst="ellipse">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sp>
            <p:nvSpPr>
              <p:cNvPr id="120" name="Shape 120"/>
              <p:cNvSpPr/>
              <p:nvPr/>
            </p:nvSpPr>
            <p:spPr>
              <a:xfrm rot="2150259">
                <a:off x="8408218" y="2008610"/>
                <a:ext cx="393004" cy="393004"/>
              </a:xfrm>
              <a:prstGeom prst="ellipse">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sp>
            <p:nvSpPr>
              <p:cNvPr id="121" name="Shape 121"/>
              <p:cNvSpPr/>
              <p:nvPr/>
            </p:nvSpPr>
            <p:spPr>
              <a:xfrm rot="2150259">
                <a:off x="8408218" y="2008610"/>
                <a:ext cx="393004" cy="393004"/>
              </a:xfrm>
              <a:prstGeom prst="pie">
                <a:avLst>
                  <a:gd fmla="val 5699893" name="adj1"/>
                  <a:gd fmla="val 12313574"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grpSp>
        <p:grpSp>
          <p:nvGrpSpPr>
            <p:cNvPr id="122" name="Shape 122"/>
            <p:cNvGrpSpPr/>
            <p:nvPr/>
          </p:nvGrpSpPr>
          <p:grpSpPr>
            <a:xfrm>
              <a:off x="6790514" y="118857"/>
              <a:ext cx="548700" cy="548700"/>
              <a:chOff x="6790514" y="118857"/>
              <a:chExt cx="548700" cy="548700"/>
            </a:xfrm>
          </p:grpSpPr>
          <p:sp>
            <p:nvSpPr>
              <p:cNvPr id="123" name="Shape 123"/>
              <p:cNvSpPr/>
              <p:nvPr/>
            </p:nvSpPr>
            <p:spPr>
              <a:xfrm rot="2150259">
                <a:off x="6868362" y="196705"/>
                <a:ext cx="393004" cy="393004"/>
              </a:xfrm>
              <a:prstGeom prst="ellipse">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sp>
            <p:nvSpPr>
              <p:cNvPr id="124" name="Shape 124"/>
              <p:cNvSpPr/>
              <p:nvPr/>
            </p:nvSpPr>
            <p:spPr>
              <a:xfrm rot="2150259">
                <a:off x="6868362" y="196705"/>
                <a:ext cx="393004" cy="393004"/>
              </a:xfrm>
              <a:prstGeom prst="pie">
                <a:avLst>
                  <a:gd fmla="val 5699893" name="adj1"/>
                  <a:gd fmla="val 12313574"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grpSp>
      </p:grpSp>
      <p:sp>
        <p:nvSpPr>
          <p:cNvPr id="125" name="Shape 125"/>
          <p:cNvSpPr txBox="1"/>
          <p:nvPr>
            <p:ph type="title"/>
          </p:nvPr>
        </p:nvSpPr>
        <p:spPr>
          <a:xfrm>
            <a:off x="824000" y="763600"/>
            <a:ext cx="5857800" cy="3573300"/>
          </a:xfrm>
          <a:prstGeom prst="rect">
            <a:avLst/>
          </a:prstGeom>
        </p:spPr>
        <p:txBody>
          <a:bodyPr anchorCtr="0" anchor="ctr" bIns="91425" lIns="91425" rIns="91425" wrap="square" tIns="91425"/>
          <a:lstStyle>
            <a:lvl1pPr lvl="0">
              <a:spcBef>
                <a:spcPts val="0"/>
              </a:spcBef>
              <a:buClr>
                <a:schemeClr val="lt1"/>
              </a:buClr>
              <a:buSzPts val="3600"/>
              <a:buNone/>
              <a:defRPr sz="3600">
                <a:solidFill>
                  <a:schemeClr val="lt1"/>
                </a:solidFill>
              </a:defRPr>
            </a:lvl1pPr>
            <a:lvl2pPr lvl="1">
              <a:spcBef>
                <a:spcPts val="0"/>
              </a:spcBef>
              <a:buClr>
                <a:schemeClr val="lt1"/>
              </a:buClr>
              <a:buSzPts val="3600"/>
              <a:buNone/>
              <a:defRPr sz="3600">
                <a:solidFill>
                  <a:schemeClr val="lt1"/>
                </a:solidFill>
              </a:defRPr>
            </a:lvl2pPr>
            <a:lvl3pPr lvl="2">
              <a:spcBef>
                <a:spcPts val="0"/>
              </a:spcBef>
              <a:buClr>
                <a:schemeClr val="lt1"/>
              </a:buClr>
              <a:buSzPts val="3600"/>
              <a:buNone/>
              <a:defRPr sz="3600">
                <a:solidFill>
                  <a:schemeClr val="lt1"/>
                </a:solidFill>
              </a:defRPr>
            </a:lvl3pPr>
            <a:lvl4pPr lvl="3">
              <a:spcBef>
                <a:spcPts val="0"/>
              </a:spcBef>
              <a:buClr>
                <a:schemeClr val="lt1"/>
              </a:buClr>
              <a:buSzPts val="3600"/>
              <a:buNone/>
              <a:defRPr sz="3600">
                <a:solidFill>
                  <a:schemeClr val="lt1"/>
                </a:solidFill>
              </a:defRPr>
            </a:lvl4pPr>
            <a:lvl5pPr lvl="4">
              <a:spcBef>
                <a:spcPts val="0"/>
              </a:spcBef>
              <a:buClr>
                <a:schemeClr val="lt1"/>
              </a:buClr>
              <a:buSzPts val="3600"/>
              <a:buNone/>
              <a:defRPr sz="3600">
                <a:solidFill>
                  <a:schemeClr val="lt1"/>
                </a:solidFill>
              </a:defRPr>
            </a:lvl5pPr>
            <a:lvl6pPr lvl="5">
              <a:spcBef>
                <a:spcPts val="0"/>
              </a:spcBef>
              <a:buClr>
                <a:schemeClr val="lt1"/>
              </a:buClr>
              <a:buSzPts val="3600"/>
              <a:buNone/>
              <a:defRPr sz="3600">
                <a:solidFill>
                  <a:schemeClr val="lt1"/>
                </a:solidFill>
              </a:defRPr>
            </a:lvl6pPr>
            <a:lvl7pPr lvl="6">
              <a:spcBef>
                <a:spcPts val="0"/>
              </a:spcBef>
              <a:buClr>
                <a:schemeClr val="lt1"/>
              </a:buClr>
              <a:buSzPts val="3600"/>
              <a:buNone/>
              <a:defRPr sz="3600">
                <a:solidFill>
                  <a:schemeClr val="lt1"/>
                </a:solidFill>
              </a:defRPr>
            </a:lvl7pPr>
            <a:lvl8pPr lvl="7">
              <a:spcBef>
                <a:spcPts val="0"/>
              </a:spcBef>
              <a:buClr>
                <a:schemeClr val="lt1"/>
              </a:buClr>
              <a:buSzPts val="3600"/>
              <a:buNone/>
              <a:defRPr sz="3600">
                <a:solidFill>
                  <a:schemeClr val="lt1"/>
                </a:solidFill>
              </a:defRPr>
            </a:lvl8pPr>
            <a:lvl9pPr lvl="8">
              <a:spcBef>
                <a:spcPts val="0"/>
              </a:spcBef>
              <a:buClr>
                <a:schemeClr val="lt1"/>
              </a:buClr>
              <a:buSzPts val="3600"/>
              <a:buNone/>
              <a:defRPr sz="3600">
                <a:solidFill>
                  <a:schemeClr val="lt1"/>
                </a:solidFill>
              </a:defRPr>
            </a:lvl9pPr>
          </a:lstStyle>
          <a:p/>
        </p:txBody>
      </p:sp>
      <p:sp>
        <p:nvSpPr>
          <p:cNvPr id="126" name="Shape 126"/>
          <p:cNvSpPr txBox="1"/>
          <p:nvPr>
            <p:ph idx="12" type="sldNum"/>
          </p:nvPr>
        </p:nvSpPr>
        <p:spPr>
          <a:xfrm>
            <a:off x="8451046" y="4736976"/>
            <a:ext cx="548700" cy="393600"/>
          </a:xfrm>
          <a:prstGeom prst="rect">
            <a:avLst/>
          </a:prstGeom>
        </p:spPr>
        <p:txBody>
          <a:bodyPr anchorCtr="0" anchor="ctr" bIns="91425" lIns="91425" rIns="91425" wrap="square" tIns="91425">
            <a:noAutofit/>
          </a:bodyPr>
          <a:lstStyle/>
          <a:p>
            <a:pPr indent="0" lvl="0" marL="0">
              <a:spcBef>
                <a:spcPts val="0"/>
              </a:spcBef>
              <a:buNone/>
            </a:pPr>
            <a:fld id="{00000000-1234-1234-1234-123412341234}" type="slidenum">
              <a:rPr lang="en">
                <a:solidFill>
                  <a:schemeClr val="lt1"/>
                </a:solidFill>
              </a:rPr>
              <a:t>‹#›</a:t>
            </a:fld>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Section title and description">
    <p:spTree>
      <p:nvGrpSpPr>
        <p:cNvPr id="127" name="Shape 127"/>
        <p:cNvGrpSpPr/>
        <p:nvPr/>
      </p:nvGrpSpPr>
      <p:grpSpPr>
        <a:xfrm>
          <a:off x="0" y="0"/>
          <a:ext cx="0" cy="0"/>
          <a:chOff x="0" y="0"/>
          <a:chExt cx="0" cy="0"/>
        </a:xfrm>
      </p:grpSpPr>
      <p:grpSp>
        <p:nvGrpSpPr>
          <p:cNvPr id="128" name="Shape 128"/>
          <p:cNvGrpSpPr/>
          <p:nvPr/>
        </p:nvGrpSpPr>
        <p:grpSpPr>
          <a:xfrm>
            <a:off x="625966" y="299376"/>
            <a:ext cx="999312" cy="999312"/>
            <a:chOff x="348199" y="179450"/>
            <a:chExt cx="1116300" cy="1116300"/>
          </a:xfrm>
        </p:grpSpPr>
        <p:sp>
          <p:nvSpPr>
            <p:cNvPr id="129" name="Shape 129"/>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rIns="91425" wrap="square" tIns="91425">
              <a:noAutofit/>
            </a:bodyPr>
            <a:lstStyle/>
            <a:p>
              <a:pPr indent="0" lvl="0" marL="0">
                <a:spcBef>
                  <a:spcPts val="0"/>
                </a:spcBef>
                <a:buNone/>
              </a:pPr>
              <a:r>
                <a:t/>
              </a:r>
              <a:endParaRPr/>
            </a:p>
          </p:txBody>
        </p:sp>
        <p:sp>
          <p:nvSpPr>
            <p:cNvPr id="130" name="Shape 130"/>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rIns="91425" wrap="square" tIns="91425">
              <a:noAutofit/>
            </a:bodyPr>
            <a:lstStyle/>
            <a:p>
              <a:pPr indent="0" lvl="0" marL="0">
                <a:spcBef>
                  <a:spcPts val="0"/>
                </a:spcBef>
                <a:buNone/>
              </a:pPr>
              <a:r>
                <a:t/>
              </a:r>
              <a:endParaRPr/>
            </a:p>
          </p:txBody>
        </p:sp>
      </p:grpSp>
      <p:sp>
        <p:nvSpPr>
          <p:cNvPr id="131" name="Shape 131"/>
          <p:cNvSpPr txBox="1"/>
          <p:nvPr>
            <p:ph type="title"/>
          </p:nvPr>
        </p:nvSpPr>
        <p:spPr>
          <a:xfrm>
            <a:off x="1303800" y="598575"/>
            <a:ext cx="3430500" cy="1990200"/>
          </a:xfrm>
          <a:prstGeom prst="rect">
            <a:avLst/>
          </a:prstGeom>
          <a:ln cap="flat" cmpd="sng" w="9525">
            <a:solidFill>
              <a:schemeClr val="lt1"/>
            </a:solidFill>
            <a:prstDash val="solid"/>
            <a:round/>
            <a:headEnd len="med" w="med" type="none"/>
            <a:tailEnd len="med" w="med" type="none"/>
          </a:ln>
        </p:spPr>
        <p:txBody>
          <a:bodyPr anchorCtr="0" anchor="t" bIns="91425" lIns="91425" rIns="91425" wrap="square" tIns="91425"/>
          <a:lstStyle>
            <a:lvl1pPr lvl="0">
              <a:spcBef>
                <a:spcPts val="0"/>
              </a:spcBef>
              <a:buSzPts val="2800"/>
              <a:buNone/>
              <a:defRPr/>
            </a:lvl1pPr>
            <a:lvl2pPr lvl="1">
              <a:spcBef>
                <a:spcPts val="0"/>
              </a:spcBef>
              <a:buSzPts val="2800"/>
              <a:buNone/>
              <a:defRPr/>
            </a:lvl2pPr>
            <a:lvl3pPr lvl="2">
              <a:spcBef>
                <a:spcPts val="0"/>
              </a:spcBef>
              <a:buSzPts val="2800"/>
              <a:buNone/>
              <a:defRPr/>
            </a:lvl3pPr>
            <a:lvl4pPr lvl="3">
              <a:spcBef>
                <a:spcPts val="0"/>
              </a:spcBef>
              <a:buSzPts val="2800"/>
              <a:buNone/>
              <a:defRPr/>
            </a:lvl4pPr>
            <a:lvl5pPr lvl="4">
              <a:spcBef>
                <a:spcPts val="0"/>
              </a:spcBef>
              <a:buSzPts val="2800"/>
              <a:buNone/>
              <a:defRPr/>
            </a:lvl5pPr>
            <a:lvl6pPr lvl="5">
              <a:spcBef>
                <a:spcPts val="0"/>
              </a:spcBef>
              <a:buSzPts val="2800"/>
              <a:buNone/>
              <a:defRPr/>
            </a:lvl6pPr>
            <a:lvl7pPr lvl="6">
              <a:spcBef>
                <a:spcPts val="0"/>
              </a:spcBef>
              <a:buSzPts val="2800"/>
              <a:buNone/>
              <a:defRPr/>
            </a:lvl7pPr>
            <a:lvl8pPr lvl="7">
              <a:spcBef>
                <a:spcPts val="0"/>
              </a:spcBef>
              <a:buSzPts val="2800"/>
              <a:buNone/>
              <a:defRPr/>
            </a:lvl8pPr>
            <a:lvl9pPr lvl="8">
              <a:spcBef>
                <a:spcPts val="0"/>
              </a:spcBef>
              <a:buSzPts val="2800"/>
              <a:buNone/>
              <a:defRPr/>
            </a:lvl9pPr>
          </a:lstStyle>
          <a:p/>
        </p:txBody>
      </p:sp>
      <p:sp>
        <p:nvSpPr>
          <p:cNvPr id="132" name="Shape 132"/>
          <p:cNvSpPr txBox="1"/>
          <p:nvPr>
            <p:ph idx="1" type="subTitle"/>
          </p:nvPr>
        </p:nvSpPr>
        <p:spPr>
          <a:xfrm>
            <a:off x="1303800" y="2743203"/>
            <a:ext cx="3430500" cy="726000"/>
          </a:xfrm>
          <a:prstGeom prst="rect">
            <a:avLst/>
          </a:prstGeom>
          <a:ln cap="flat" cmpd="sng" w="9525">
            <a:solidFill>
              <a:schemeClr val="lt1"/>
            </a:solidFill>
            <a:prstDash val="solid"/>
            <a:round/>
            <a:headEnd len="med" w="med" type="none"/>
            <a:tailEnd len="med" w="med" type="none"/>
          </a:ln>
        </p:spPr>
        <p:txBody>
          <a:bodyPr anchorCtr="0" anchor="t" bIns="91425" lIns="91425" rIns="91425" wrap="square" tIns="91425"/>
          <a:lstStyle>
            <a:lvl1pPr lvl="0">
              <a:lnSpc>
                <a:spcPct val="100000"/>
              </a:lnSpc>
              <a:spcBef>
                <a:spcPts val="0"/>
              </a:spcBef>
              <a:spcAft>
                <a:spcPts val="0"/>
              </a:spcAft>
              <a:buSzPts val="1600"/>
              <a:buNone/>
              <a:defRPr sz="1600"/>
            </a:lvl1pPr>
            <a:lvl2pPr lvl="1">
              <a:lnSpc>
                <a:spcPct val="100000"/>
              </a:lnSpc>
              <a:spcBef>
                <a:spcPts val="0"/>
              </a:spcBef>
              <a:spcAft>
                <a:spcPts val="0"/>
              </a:spcAft>
              <a:buSzPts val="1600"/>
              <a:buNone/>
              <a:defRPr sz="1600"/>
            </a:lvl2pPr>
            <a:lvl3pPr lvl="2">
              <a:lnSpc>
                <a:spcPct val="100000"/>
              </a:lnSpc>
              <a:spcBef>
                <a:spcPts val="0"/>
              </a:spcBef>
              <a:spcAft>
                <a:spcPts val="0"/>
              </a:spcAft>
              <a:buSzPts val="1600"/>
              <a:buNone/>
              <a:defRPr sz="1600"/>
            </a:lvl3pPr>
            <a:lvl4pPr lvl="3">
              <a:lnSpc>
                <a:spcPct val="100000"/>
              </a:lnSpc>
              <a:spcBef>
                <a:spcPts val="0"/>
              </a:spcBef>
              <a:spcAft>
                <a:spcPts val="0"/>
              </a:spcAft>
              <a:buSzPts val="1600"/>
              <a:buNone/>
              <a:defRPr sz="1600"/>
            </a:lvl4pPr>
            <a:lvl5pPr lvl="4">
              <a:lnSpc>
                <a:spcPct val="100000"/>
              </a:lnSpc>
              <a:spcBef>
                <a:spcPts val="0"/>
              </a:spcBef>
              <a:spcAft>
                <a:spcPts val="0"/>
              </a:spcAft>
              <a:buSzPts val="1600"/>
              <a:buNone/>
              <a:defRPr sz="1600"/>
            </a:lvl5pPr>
            <a:lvl6pPr lvl="5">
              <a:lnSpc>
                <a:spcPct val="100000"/>
              </a:lnSpc>
              <a:spcBef>
                <a:spcPts val="0"/>
              </a:spcBef>
              <a:spcAft>
                <a:spcPts val="0"/>
              </a:spcAft>
              <a:buSzPts val="1600"/>
              <a:buNone/>
              <a:defRPr sz="1600"/>
            </a:lvl6pPr>
            <a:lvl7pPr lvl="6">
              <a:lnSpc>
                <a:spcPct val="100000"/>
              </a:lnSpc>
              <a:spcBef>
                <a:spcPts val="0"/>
              </a:spcBef>
              <a:spcAft>
                <a:spcPts val="0"/>
              </a:spcAft>
              <a:buSzPts val="1600"/>
              <a:buNone/>
              <a:defRPr sz="1600"/>
            </a:lvl7pPr>
            <a:lvl8pPr lvl="7">
              <a:lnSpc>
                <a:spcPct val="100000"/>
              </a:lnSpc>
              <a:spcBef>
                <a:spcPts val="0"/>
              </a:spcBef>
              <a:spcAft>
                <a:spcPts val="0"/>
              </a:spcAft>
              <a:buSzPts val="1600"/>
              <a:buNone/>
              <a:defRPr sz="1600"/>
            </a:lvl8pPr>
            <a:lvl9pPr lvl="8">
              <a:lnSpc>
                <a:spcPct val="100000"/>
              </a:lnSpc>
              <a:spcBef>
                <a:spcPts val="0"/>
              </a:spcBef>
              <a:spcAft>
                <a:spcPts val="0"/>
              </a:spcAft>
              <a:buSzPts val="1600"/>
              <a:buNone/>
              <a:defRPr sz="1600"/>
            </a:lvl9pPr>
          </a:lstStyle>
          <a:p/>
        </p:txBody>
      </p:sp>
      <p:sp>
        <p:nvSpPr>
          <p:cNvPr id="133" name="Shape 133"/>
          <p:cNvSpPr txBox="1"/>
          <p:nvPr>
            <p:ph idx="2" type="body"/>
          </p:nvPr>
        </p:nvSpPr>
        <p:spPr>
          <a:xfrm>
            <a:off x="4903700" y="661000"/>
            <a:ext cx="3430500" cy="3870600"/>
          </a:xfrm>
          <a:prstGeom prst="rect">
            <a:avLst/>
          </a:prstGeom>
          <a:ln cap="flat" cmpd="sng" w="9525">
            <a:solidFill>
              <a:schemeClr val="lt1"/>
            </a:solidFill>
            <a:prstDash val="solid"/>
            <a:round/>
            <a:headEnd len="med" w="med" type="none"/>
            <a:tailEnd len="med" w="med" type="none"/>
          </a:ln>
        </p:spPr>
        <p:txBody>
          <a:bodyPr anchorCtr="0" anchor="t" bIns="91425" lIns="91425" rIns="91425" wrap="square" tIns="91425"/>
          <a:lstStyle>
            <a:lvl1pPr lvl="0">
              <a:spcBef>
                <a:spcPts val="0"/>
              </a:spcBef>
              <a:buSzPts val="1300"/>
              <a:buChar char="●"/>
              <a:defRPr/>
            </a:lvl1pPr>
            <a:lvl2pPr lvl="1">
              <a:spcBef>
                <a:spcPts val="0"/>
              </a:spcBef>
              <a:buSzPts val="1100"/>
              <a:buChar char="○"/>
              <a:defRPr/>
            </a:lvl2pPr>
            <a:lvl3pPr lvl="2">
              <a:spcBef>
                <a:spcPts val="0"/>
              </a:spcBef>
              <a:buSzPts val="1100"/>
              <a:buChar char="■"/>
              <a:defRPr/>
            </a:lvl3pPr>
            <a:lvl4pPr lvl="3">
              <a:spcBef>
                <a:spcPts val="0"/>
              </a:spcBef>
              <a:buSzPts val="1100"/>
              <a:buChar char="●"/>
              <a:defRPr/>
            </a:lvl4pPr>
            <a:lvl5pPr lvl="4">
              <a:spcBef>
                <a:spcPts val="0"/>
              </a:spcBef>
              <a:buSzPts val="1100"/>
              <a:buChar char="○"/>
              <a:defRPr/>
            </a:lvl5pPr>
            <a:lvl6pPr lvl="5">
              <a:spcBef>
                <a:spcPts val="0"/>
              </a:spcBef>
              <a:buSzPts val="1100"/>
              <a:buChar char="■"/>
              <a:defRPr/>
            </a:lvl6pPr>
            <a:lvl7pPr lvl="6">
              <a:spcBef>
                <a:spcPts val="0"/>
              </a:spcBef>
              <a:buSzPts val="1100"/>
              <a:buChar char="●"/>
              <a:defRPr/>
            </a:lvl7pPr>
            <a:lvl8pPr lvl="7">
              <a:spcBef>
                <a:spcPts val="0"/>
              </a:spcBef>
              <a:buSzPts val="1100"/>
              <a:buChar char="○"/>
              <a:defRPr/>
            </a:lvl8pPr>
            <a:lvl9pPr lvl="8">
              <a:spcBef>
                <a:spcPts val="0"/>
              </a:spcBef>
              <a:buSzPts val="1100"/>
              <a:buChar char="■"/>
              <a:defRPr/>
            </a:lvl9pPr>
          </a:lstStyle>
          <a:p/>
        </p:txBody>
      </p:sp>
      <p:sp>
        <p:nvSpPr>
          <p:cNvPr id="134" name="Shape 134"/>
          <p:cNvSpPr txBox="1"/>
          <p:nvPr>
            <p:ph idx="12" type="sldNum"/>
          </p:nvPr>
        </p:nvSpPr>
        <p:spPr>
          <a:xfrm>
            <a:off x="8451046" y="4736976"/>
            <a:ext cx="548700" cy="393600"/>
          </a:xfrm>
          <a:prstGeom prst="rect">
            <a:avLst/>
          </a:prstGeom>
        </p:spPr>
        <p:txBody>
          <a:bodyPr anchorCtr="0" anchor="ctr" bIns="91425" lIns="91425" rIns="91425" wrap="square" tIns="91425">
            <a:noAutofit/>
          </a:bodyPr>
          <a:lstStyle/>
          <a:p>
            <a:pPr indent="0" lvl="0" marL="0">
              <a:spcBef>
                <a:spcPts val="0"/>
              </a:spcBef>
              <a:buNone/>
            </a:pPr>
            <a:fld id="{00000000-1234-1234-1234-123412341234}" type="slidenum">
              <a:rPr lang="en"/>
              <a:t>‹#›</a:t>
            </a:fld>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Caption">
    <p:spTree>
      <p:nvGrpSpPr>
        <p:cNvPr id="135" name="Shape 135"/>
        <p:cNvGrpSpPr/>
        <p:nvPr/>
      </p:nvGrpSpPr>
      <p:grpSpPr>
        <a:xfrm>
          <a:off x="0" y="0"/>
          <a:ext cx="0" cy="0"/>
          <a:chOff x="0" y="0"/>
          <a:chExt cx="0" cy="0"/>
        </a:xfrm>
      </p:grpSpPr>
      <p:grpSp>
        <p:nvGrpSpPr>
          <p:cNvPr id="136" name="Shape 136"/>
          <p:cNvGrpSpPr/>
          <p:nvPr/>
        </p:nvGrpSpPr>
        <p:grpSpPr>
          <a:xfrm>
            <a:off x="713373" y="3847119"/>
            <a:ext cx="825392" cy="825392"/>
            <a:chOff x="348199" y="179450"/>
            <a:chExt cx="1116300" cy="1116300"/>
          </a:xfrm>
        </p:grpSpPr>
        <p:sp>
          <p:nvSpPr>
            <p:cNvPr id="137" name="Shape 137"/>
            <p:cNvSpPr/>
            <p:nvPr/>
          </p:nvSpPr>
          <p:spPr>
            <a:xfrm rot="-5400000">
              <a:off x="574557" y="405788"/>
              <a:ext cx="663600" cy="663600"/>
            </a:xfrm>
            <a:prstGeom prst="pie">
              <a:avLst>
                <a:gd fmla="val 10792838" name="adj1"/>
                <a:gd fmla="val 16200000" name="adj2"/>
              </a:avLst>
            </a:prstGeom>
            <a:solidFill>
              <a:schemeClr val="dk2">
                <a:alpha val="12549"/>
              </a:schemeClr>
            </a:solidFill>
            <a:ln>
              <a:noFill/>
            </a:ln>
          </p:spPr>
          <p:txBody>
            <a:bodyPr anchorCtr="0" anchor="ctr" bIns="91425" lIns="91425" rIns="91425" wrap="square" tIns="91425">
              <a:noAutofit/>
            </a:bodyPr>
            <a:lstStyle/>
            <a:p>
              <a:pPr indent="0" lvl="0" marL="0">
                <a:spcBef>
                  <a:spcPts val="0"/>
                </a:spcBef>
                <a:buNone/>
              </a:pPr>
              <a:r>
                <a:t/>
              </a:r>
              <a:endParaRPr/>
            </a:p>
          </p:txBody>
        </p:sp>
        <p:sp>
          <p:nvSpPr>
            <p:cNvPr id="138" name="Shape 138"/>
            <p:cNvSpPr/>
            <p:nvPr/>
          </p:nvSpPr>
          <p:spPr>
            <a:xfrm rot="-5400000">
              <a:off x="348199" y="179450"/>
              <a:ext cx="1116300" cy="1116300"/>
            </a:xfrm>
            <a:prstGeom prst="pie">
              <a:avLst>
                <a:gd fmla="val 10792838" name="adj1"/>
                <a:gd fmla="val 16200000" name="adj2"/>
              </a:avLst>
            </a:prstGeom>
            <a:solidFill>
              <a:schemeClr val="dk2">
                <a:alpha val="12549"/>
              </a:schemeClr>
            </a:solidFill>
            <a:ln>
              <a:noFill/>
            </a:ln>
          </p:spPr>
          <p:txBody>
            <a:bodyPr anchorCtr="0" anchor="ctr" bIns="91425" lIns="91425" rIns="91425" wrap="square" tIns="91425">
              <a:noAutofit/>
            </a:bodyPr>
            <a:lstStyle/>
            <a:p>
              <a:pPr indent="0" lvl="0" marL="0">
                <a:spcBef>
                  <a:spcPts val="0"/>
                </a:spcBef>
                <a:buNone/>
              </a:pPr>
              <a:r>
                <a:t/>
              </a:r>
              <a:endParaRPr/>
            </a:p>
          </p:txBody>
        </p:sp>
      </p:grpSp>
      <p:sp>
        <p:nvSpPr>
          <p:cNvPr id="139" name="Shape 139"/>
          <p:cNvSpPr txBox="1"/>
          <p:nvPr>
            <p:ph idx="1" type="body"/>
          </p:nvPr>
        </p:nvSpPr>
        <p:spPr>
          <a:xfrm>
            <a:off x="1303800" y="4138975"/>
            <a:ext cx="5843100" cy="534900"/>
          </a:xfrm>
          <a:prstGeom prst="rect">
            <a:avLst/>
          </a:prstGeom>
        </p:spPr>
        <p:txBody>
          <a:bodyPr anchorCtr="0" anchor="t" bIns="91425" lIns="91425" rIns="91425" wrap="square" tIns="91425"/>
          <a:lstStyle>
            <a:lvl1pPr lvl="0">
              <a:lnSpc>
                <a:spcPct val="100000"/>
              </a:lnSpc>
              <a:spcBef>
                <a:spcPts val="0"/>
              </a:spcBef>
              <a:spcAft>
                <a:spcPts val="0"/>
              </a:spcAft>
              <a:buSzPts val="1300"/>
              <a:buNone/>
              <a:defRPr/>
            </a:lvl1pPr>
          </a:lstStyle>
          <a:p/>
        </p:txBody>
      </p:sp>
      <p:sp>
        <p:nvSpPr>
          <p:cNvPr id="140" name="Shape 140"/>
          <p:cNvSpPr txBox="1"/>
          <p:nvPr>
            <p:ph idx="12" type="sldNum"/>
          </p:nvPr>
        </p:nvSpPr>
        <p:spPr>
          <a:xfrm>
            <a:off x="8451046" y="4736976"/>
            <a:ext cx="548700" cy="393600"/>
          </a:xfrm>
          <a:prstGeom prst="rect">
            <a:avLst/>
          </a:prstGeom>
        </p:spPr>
        <p:txBody>
          <a:bodyPr anchorCtr="0" anchor="ctr" bIns="91425" lIns="91425" rIns="91425" wrap="square" tIns="91425">
            <a:noAutofit/>
          </a:bodyPr>
          <a:lstStyle/>
          <a:p>
            <a:pPr indent="0" lvl="0" marL="0">
              <a:spcBef>
                <a:spcPts val="0"/>
              </a:spcBef>
              <a:buNone/>
            </a:pPr>
            <a:fld id="{00000000-1234-1234-1234-123412341234}" type="slidenum">
              <a:rPr lang="en"/>
              <a:t>‹#›</a:t>
            </a:fld>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Big number">
    <p:bg>
      <p:bgPr>
        <a:solidFill>
          <a:schemeClr val="accent3"/>
        </a:solidFill>
      </p:bgPr>
    </p:bg>
    <p:spTree>
      <p:nvGrpSpPr>
        <p:cNvPr id="141" name="Shape 141"/>
        <p:cNvGrpSpPr/>
        <p:nvPr/>
      </p:nvGrpSpPr>
      <p:grpSpPr>
        <a:xfrm>
          <a:off x="0" y="0"/>
          <a:ext cx="0" cy="0"/>
          <a:chOff x="0" y="0"/>
          <a:chExt cx="0" cy="0"/>
        </a:xfrm>
      </p:grpSpPr>
      <p:grpSp>
        <p:nvGrpSpPr>
          <p:cNvPr id="142" name="Shape 142"/>
          <p:cNvGrpSpPr/>
          <p:nvPr/>
        </p:nvGrpSpPr>
        <p:grpSpPr>
          <a:xfrm>
            <a:off x="52" y="4099200"/>
            <a:ext cx="9144036" cy="1044300"/>
            <a:chOff x="52" y="4099200"/>
            <a:chExt cx="9144036" cy="1044300"/>
          </a:xfrm>
        </p:grpSpPr>
        <p:grpSp>
          <p:nvGrpSpPr>
            <p:cNvPr id="143" name="Shape 143"/>
            <p:cNvGrpSpPr/>
            <p:nvPr/>
          </p:nvGrpSpPr>
          <p:grpSpPr>
            <a:xfrm>
              <a:off x="52" y="4309200"/>
              <a:ext cx="231622" cy="834300"/>
              <a:chOff x="2688737" y="4301380"/>
              <a:chExt cx="231900" cy="834300"/>
            </a:xfrm>
          </p:grpSpPr>
          <p:sp>
            <p:nvSpPr>
              <p:cNvPr id="144" name="Shape 144"/>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sp>
            <p:nvSpPr>
              <p:cNvPr id="145" name="Shape 145"/>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sp>
            <p:nvSpPr>
              <p:cNvPr id="146" name="Shape 146"/>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sp>
            <p:nvSpPr>
              <p:cNvPr id="147" name="Shape 147"/>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grpSp>
        <p:grpSp>
          <p:nvGrpSpPr>
            <p:cNvPr id="148" name="Shape 148"/>
            <p:cNvGrpSpPr/>
            <p:nvPr/>
          </p:nvGrpSpPr>
          <p:grpSpPr>
            <a:xfrm>
              <a:off x="371406" y="4099200"/>
              <a:ext cx="231622" cy="1044300"/>
              <a:chOff x="2688737" y="4091380"/>
              <a:chExt cx="231900" cy="1044300"/>
            </a:xfrm>
          </p:grpSpPr>
          <p:sp>
            <p:nvSpPr>
              <p:cNvPr id="149" name="Shape 149"/>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sp>
            <p:nvSpPr>
              <p:cNvPr id="150" name="Shape 150"/>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sp>
            <p:nvSpPr>
              <p:cNvPr id="151" name="Shape 15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sp>
            <p:nvSpPr>
              <p:cNvPr id="152" name="Shape 152"/>
              <p:cNvSpPr/>
              <p:nvPr/>
            </p:nvSpPr>
            <p:spPr>
              <a:xfrm flipH="1">
                <a:off x="2688737" y="4091380"/>
                <a:ext cx="231900" cy="10443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sp>
            <p:nvSpPr>
              <p:cNvPr id="153" name="Shape 153"/>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grpSp>
        <p:grpSp>
          <p:nvGrpSpPr>
            <p:cNvPr id="154" name="Shape 154"/>
            <p:cNvGrpSpPr/>
            <p:nvPr/>
          </p:nvGrpSpPr>
          <p:grpSpPr>
            <a:xfrm>
              <a:off x="742761" y="4309200"/>
              <a:ext cx="231622" cy="834300"/>
              <a:chOff x="2688737" y="4301380"/>
              <a:chExt cx="231900" cy="834300"/>
            </a:xfrm>
          </p:grpSpPr>
          <p:sp>
            <p:nvSpPr>
              <p:cNvPr id="155" name="Shape 155"/>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sp>
            <p:nvSpPr>
              <p:cNvPr id="156" name="Shape 156"/>
              <p:cNvSpPr/>
              <p:nvPr/>
            </p:nvSpPr>
            <p:spPr>
              <a:xfrm flipH="1">
                <a:off x="2688737" y="4301380"/>
                <a:ext cx="231900" cy="8343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sp>
            <p:nvSpPr>
              <p:cNvPr id="157" name="Shape 157"/>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sp>
            <p:nvSpPr>
              <p:cNvPr id="158" name="Shape 158"/>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grpSp>
        <p:grpSp>
          <p:nvGrpSpPr>
            <p:cNvPr id="159" name="Shape 159"/>
            <p:cNvGrpSpPr/>
            <p:nvPr/>
          </p:nvGrpSpPr>
          <p:grpSpPr>
            <a:xfrm>
              <a:off x="1114115" y="4518900"/>
              <a:ext cx="231622" cy="624600"/>
              <a:chOff x="2688737" y="4511080"/>
              <a:chExt cx="231900" cy="624600"/>
            </a:xfrm>
          </p:grpSpPr>
          <p:sp>
            <p:nvSpPr>
              <p:cNvPr id="160" name="Shape 160"/>
              <p:cNvSpPr/>
              <p:nvPr/>
            </p:nvSpPr>
            <p:spPr>
              <a:xfrm flipH="1">
                <a:off x="2688737" y="4720780"/>
                <a:ext cx="231900" cy="4149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sp>
            <p:nvSpPr>
              <p:cNvPr id="161" name="Shape 161"/>
              <p:cNvSpPr/>
              <p:nvPr/>
            </p:nvSpPr>
            <p:spPr>
              <a:xfrm flipH="1">
                <a:off x="2688737" y="4511080"/>
                <a:ext cx="231900" cy="6246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sp>
            <p:nvSpPr>
              <p:cNvPr id="162" name="Shape 162"/>
              <p:cNvSpPr/>
              <p:nvPr/>
            </p:nvSpPr>
            <p:spPr>
              <a:xfrm flipH="1">
                <a:off x="2688737" y="4930480"/>
                <a:ext cx="231900" cy="2052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grpSp>
        <p:grpSp>
          <p:nvGrpSpPr>
            <p:cNvPr id="163" name="Shape 163"/>
            <p:cNvGrpSpPr/>
            <p:nvPr/>
          </p:nvGrpSpPr>
          <p:grpSpPr>
            <a:xfrm>
              <a:off x="1856753" y="4099200"/>
              <a:ext cx="231600" cy="1044300"/>
              <a:chOff x="1856753" y="4099200"/>
              <a:chExt cx="231600" cy="1044300"/>
            </a:xfrm>
          </p:grpSpPr>
          <p:sp>
            <p:nvSpPr>
              <p:cNvPr id="164" name="Shape 164"/>
              <p:cNvSpPr/>
              <p:nvPr/>
            </p:nvSpPr>
            <p:spPr>
              <a:xfrm flipH="1">
                <a:off x="185675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sp>
            <p:nvSpPr>
              <p:cNvPr id="165" name="Shape 165"/>
              <p:cNvSpPr/>
              <p:nvPr/>
            </p:nvSpPr>
            <p:spPr>
              <a:xfrm flipH="1">
                <a:off x="185675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sp>
            <p:nvSpPr>
              <p:cNvPr id="166" name="Shape 166"/>
              <p:cNvSpPr/>
              <p:nvPr/>
            </p:nvSpPr>
            <p:spPr>
              <a:xfrm flipH="1">
                <a:off x="185675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sp>
            <p:nvSpPr>
              <p:cNvPr id="167" name="Shape 167"/>
              <p:cNvSpPr/>
              <p:nvPr/>
            </p:nvSpPr>
            <p:spPr>
              <a:xfrm flipH="1">
                <a:off x="1856753"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sp>
            <p:nvSpPr>
              <p:cNvPr id="168" name="Shape 168"/>
              <p:cNvSpPr/>
              <p:nvPr/>
            </p:nvSpPr>
            <p:spPr>
              <a:xfrm flipH="1">
                <a:off x="185675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grpSp>
        <p:grpSp>
          <p:nvGrpSpPr>
            <p:cNvPr id="169" name="Shape 169"/>
            <p:cNvGrpSpPr/>
            <p:nvPr/>
          </p:nvGrpSpPr>
          <p:grpSpPr>
            <a:xfrm>
              <a:off x="2228107" y="4309200"/>
              <a:ext cx="231600" cy="834300"/>
              <a:chOff x="2228107" y="4309200"/>
              <a:chExt cx="231600" cy="834300"/>
            </a:xfrm>
          </p:grpSpPr>
          <p:sp>
            <p:nvSpPr>
              <p:cNvPr id="170" name="Shape 170"/>
              <p:cNvSpPr/>
              <p:nvPr/>
            </p:nvSpPr>
            <p:spPr>
              <a:xfrm flipH="1">
                <a:off x="222810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sp>
            <p:nvSpPr>
              <p:cNvPr id="171" name="Shape 171"/>
              <p:cNvSpPr/>
              <p:nvPr/>
            </p:nvSpPr>
            <p:spPr>
              <a:xfrm flipH="1">
                <a:off x="2228107"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sp>
            <p:nvSpPr>
              <p:cNvPr id="172" name="Shape 172"/>
              <p:cNvSpPr/>
              <p:nvPr/>
            </p:nvSpPr>
            <p:spPr>
              <a:xfrm flipH="1">
                <a:off x="222810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sp>
            <p:nvSpPr>
              <p:cNvPr id="173" name="Shape 173"/>
              <p:cNvSpPr/>
              <p:nvPr/>
            </p:nvSpPr>
            <p:spPr>
              <a:xfrm flipH="1">
                <a:off x="222810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grpSp>
        <p:grpSp>
          <p:nvGrpSpPr>
            <p:cNvPr id="174" name="Shape 174"/>
            <p:cNvGrpSpPr/>
            <p:nvPr/>
          </p:nvGrpSpPr>
          <p:grpSpPr>
            <a:xfrm>
              <a:off x="2599462" y="4518900"/>
              <a:ext cx="231600" cy="624600"/>
              <a:chOff x="2599462" y="4518900"/>
              <a:chExt cx="231600" cy="624600"/>
            </a:xfrm>
          </p:grpSpPr>
          <p:sp>
            <p:nvSpPr>
              <p:cNvPr id="175" name="Shape 175"/>
              <p:cNvSpPr/>
              <p:nvPr/>
            </p:nvSpPr>
            <p:spPr>
              <a:xfrm flipH="1">
                <a:off x="259946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sp>
            <p:nvSpPr>
              <p:cNvPr id="176" name="Shape 176"/>
              <p:cNvSpPr/>
              <p:nvPr/>
            </p:nvSpPr>
            <p:spPr>
              <a:xfrm flipH="1">
                <a:off x="259946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sp>
            <p:nvSpPr>
              <p:cNvPr id="177" name="Shape 177"/>
              <p:cNvSpPr/>
              <p:nvPr/>
            </p:nvSpPr>
            <p:spPr>
              <a:xfrm flipH="1">
                <a:off x="259946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grpSp>
        <p:grpSp>
          <p:nvGrpSpPr>
            <p:cNvPr id="178" name="Shape 178"/>
            <p:cNvGrpSpPr/>
            <p:nvPr/>
          </p:nvGrpSpPr>
          <p:grpSpPr>
            <a:xfrm>
              <a:off x="3342171" y="4099200"/>
              <a:ext cx="231600" cy="1044300"/>
              <a:chOff x="3342171" y="4099200"/>
              <a:chExt cx="231600" cy="1044300"/>
            </a:xfrm>
          </p:grpSpPr>
          <p:sp>
            <p:nvSpPr>
              <p:cNvPr id="179" name="Shape 179"/>
              <p:cNvSpPr/>
              <p:nvPr/>
            </p:nvSpPr>
            <p:spPr>
              <a:xfrm flipH="1">
                <a:off x="334217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sp>
            <p:nvSpPr>
              <p:cNvPr id="180" name="Shape 180"/>
              <p:cNvSpPr/>
              <p:nvPr/>
            </p:nvSpPr>
            <p:spPr>
              <a:xfrm flipH="1">
                <a:off x="334217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sp>
            <p:nvSpPr>
              <p:cNvPr id="181" name="Shape 181"/>
              <p:cNvSpPr/>
              <p:nvPr/>
            </p:nvSpPr>
            <p:spPr>
              <a:xfrm flipH="1">
                <a:off x="334217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sp>
            <p:nvSpPr>
              <p:cNvPr id="182" name="Shape 182"/>
              <p:cNvSpPr/>
              <p:nvPr/>
            </p:nvSpPr>
            <p:spPr>
              <a:xfrm flipH="1">
                <a:off x="3342171"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sp>
            <p:nvSpPr>
              <p:cNvPr id="183" name="Shape 183"/>
              <p:cNvSpPr/>
              <p:nvPr/>
            </p:nvSpPr>
            <p:spPr>
              <a:xfrm flipH="1">
                <a:off x="334217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grpSp>
        <p:grpSp>
          <p:nvGrpSpPr>
            <p:cNvPr id="184" name="Shape 184"/>
            <p:cNvGrpSpPr/>
            <p:nvPr/>
          </p:nvGrpSpPr>
          <p:grpSpPr>
            <a:xfrm>
              <a:off x="3713525" y="4309200"/>
              <a:ext cx="231600" cy="834300"/>
              <a:chOff x="3713525" y="4309200"/>
              <a:chExt cx="231600" cy="834300"/>
            </a:xfrm>
          </p:grpSpPr>
          <p:sp>
            <p:nvSpPr>
              <p:cNvPr id="185" name="Shape 185"/>
              <p:cNvSpPr/>
              <p:nvPr/>
            </p:nvSpPr>
            <p:spPr>
              <a:xfrm flipH="1">
                <a:off x="371352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sp>
            <p:nvSpPr>
              <p:cNvPr id="186" name="Shape 186"/>
              <p:cNvSpPr/>
              <p:nvPr/>
            </p:nvSpPr>
            <p:spPr>
              <a:xfrm flipH="1">
                <a:off x="3713525"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sp>
            <p:nvSpPr>
              <p:cNvPr id="187" name="Shape 187"/>
              <p:cNvSpPr/>
              <p:nvPr/>
            </p:nvSpPr>
            <p:spPr>
              <a:xfrm flipH="1">
                <a:off x="371352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sp>
            <p:nvSpPr>
              <p:cNvPr id="188" name="Shape 188"/>
              <p:cNvSpPr/>
              <p:nvPr/>
            </p:nvSpPr>
            <p:spPr>
              <a:xfrm flipH="1">
                <a:off x="371352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grpSp>
        <p:grpSp>
          <p:nvGrpSpPr>
            <p:cNvPr id="189" name="Shape 189"/>
            <p:cNvGrpSpPr/>
            <p:nvPr/>
          </p:nvGrpSpPr>
          <p:grpSpPr>
            <a:xfrm>
              <a:off x="1485398" y="4309200"/>
              <a:ext cx="231600" cy="834300"/>
              <a:chOff x="1485398" y="4309200"/>
              <a:chExt cx="231600" cy="834300"/>
            </a:xfrm>
          </p:grpSpPr>
          <p:sp>
            <p:nvSpPr>
              <p:cNvPr id="190" name="Shape 190"/>
              <p:cNvSpPr/>
              <p:nvPr/>
            </p:nvSpPr>
            <p:spPr>
              <a:xfrm flipH="1">
                <a:off x="148539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sp>
            <p:nvSpPr>
              <p:cNvPr id="191" name="Shape 191"/>
              <p:cNvSpPr/>
              <p:nvPr/>
            </p:nvSpPr>
            <p:spPr>
              <a:xfrm flipH="1">
                <a:off x="148539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sp>
            <p:nvSpPr>
              <p:cNvPr id="192" name="Shape 192"/>
              <p:cNvSpPr/>
              <p:nvPr/>
            </p:nvSpPr>
            <p:spPr>
              <a:xfrm flipH="1">
                <a:off x="148539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sp>
            <p:nvSpPr>
              <p:cNvPr id="193" name="Shape 193"/>
              <p:cNvSpPr/>
              <p:nvPr/>
            </p:nvSpPr>
            <p:spPr>
              <a:xfrm flipH="1">
                <a:off x="148539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grpSp>
        <p:grpSp>
          <p:nvGrpSpPr>
            <p:cNvPr id="194" name="Shape 194"/>
            <p:cNvGrpSpPr/>
            <p:nvPr/>
          </p:nvGrpSpPr>
          <p:grpSpPr>
            <a:xfrm>
              <a:off x="4084879" y="4518900"/>
              <a:ext cx="231600" cy="624600"/>
              <a:chOff x="4084879" y="4518900"/>
              <a:chExt cx="231600" cy="624600"/>
            </a:xfrm>
          </p:grpSpPr>
          <p:sp>
            <p:nvSpPr>
              <p:cNvPr id="195" name="Shape 195"/>
              <p:cNvSpPr/>
              <p:nvPr/>
            </p:nvSpPr>
            <p:spPr>
              <a:xfrm flipH="1">
                <a:off x="40848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sp>
            <p:nvSpPr>
              <p:cNvPr id="196" name="Shape 196"/>
              <p:cNvSpPr/>
              <p:nvPr/>
            </p:nvSpPr>
            <p:spPr>
              <a:xfrm flipH="1">
                <a:off x="40848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sp>
            <p:nvSpPr>
              <p:cNvPr id="197" name="Shape 197"/>
              <p:cNvSpPr/>
              <p:nvPr/>
            </p:nvSpPr>
            <p:spPr>
              <a:xfrm flipH="1">
                <a:off x="40848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grpSp>
        <p:grpSp>
          <p:nvGrpSpPr>
            <p:cNvPr id="198" name="Shape 198"/>
            <p:cNvGrpSpPr/>
            <p:nvPr/>
          </p:nvGrpSpPr>
          <p:grpSpPr>
            <a:xfrm>
              <a:off x="2970816" y="4309200"/>
              <a:ext cx="231600" cy="834300"/>
              <a:chOff x="2970816" y="4309200"/>
              <a:chExt cx="231600" cy="834300"/>
            </a:xfrm>
          </p:grpSpPr>
          <p:sp>
            <p:nvSpPr>
              <p:cNvPr id="199" name="Shape 199"/>
              <p:cNvSpPr/>
              <p:nvPr/>
            </p:nvSpPr>
            <p:spPr>
              <a:xfrm flipH="1">
                <a:off x="297081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sp>
            <p:nvSpPr>
              <p:cNvPr id="200" name="Shape 200"/>
              <p:cNvSpPr/>
              <p:nvPr/>
            </p:nvSpPr>
            <p:spPr>
              <a:xfrm flipH="1">
                <a:off x="297081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sp>
            <p:nvSpPr>
              <p:cNvPr id="201" name="Shape 201"/>
              <p:cNvSpPr/>
              <p:nvPr/>
            </p:nvSpPr>
            <p:spPr>
              <a:xfrm flipH="1">
                <a:off x="297081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sp>
            <p:nvSpPr>
              <p:cNvPr id="202" name="Shape 202"/>
              <p:cNvSpPr/>
              <p:nvPr/>
            </p:nvSpPr>
            <p:spPr>
              <a:xfrm flipH="1">
                <a:off x="297081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grpSp>
        <p:grpSp>
          <p:nvGrpSpPr>
            <p:cNvPr id="203" name="Shape 203"/>
            <p:cNvGrpSpPr/>
            <p:nvPr/>
          </p:nvGrpSpPr>
          <p:grpSpPr>
            <a:xfrm>
              <a:off x="4456234" y="4309200"/>
              <a:ext cx="231600" cy="834300"/>
              <a:chOff x="4456234" y="4309200"/>
              <a:chExt cx="231600" cy="834300"/>
            </a:xfrm>
          </p:grpSpPr>
          <p:sp>
            <p:nvSpPr>
              <p:cNvPr id="204" name="Shape 204"/>
              <p:cNvSpPr/>
              <p:nvPr/>
            </p:nvSpPr>
            <p:spPr>
              <a:xfrm flipH="1">
                <a:off x="445623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sp>
            <p:nvSpPr>
              <p:cNvPr id="205" name="Shape 205"/>
              <p:cNvSpPr/>
              <p:nvPr/>
            </p:nvSpPr>
            <p:spPr>
              <a:xfrm flipH="1">
                <a:off x="445623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sp>
            <p:nvSpPr>
              <p:cNvPr id="206" name="Shape 206"/>
              <p:cNvSpPr/>
              <p:nvPr/>
            </p:nvSpPr>
            <p:spPr>
              <a:xfrm flipH="1">
                <a:off x="445623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sp>
            <p:nvSpPr>
              <p:cNvPr id="207" name="Shape 207"/>
              <p:cNvSpPr/>
              <p:nvPr/>
            </p:nvSpPr>
            <p:spPr>
              <a:xfrm flipH="1">
                <a:off x="445623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grpSp>
        <p:grpSp>
          <p:nvGrpSpPr>
            <p:cNvPr id="208" name="Shape 208"/>
            <p:cNvGrpSpPr/>
            <p:nvPr/>
          </p:nvGrpSpPr>
          <p:grpSpPr>
            <a:xfrm>
              <a:off x="4827588" y="4099200"/>
              <a:ext cx="231600" cy="1044300"/>
              <a:chOff x="4827588" y="4099200"/>
              <a:chExt cx="231600" cy="1044300"/>
            </a:xfrm>
          </p:grpSpPr>
          <p:sp>
            <p:nvSpPr>
              <p:cNvPr id="209" name="Shape 209"/>
              <p:cNvSpPr/>
              <p:nvPr/>
            </p:nvSpPr>
            <p:spPr>
              <a:xfrm flipH="1">
                <a:off x="48275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sp>
            <p:nvSpPr>
              <p:cNvPr id="210" name="Shape 210"/>
              <p:cNvSpPr/>
              <p:nvPr/>
            </p:nvSpPr>
            <p:spPr>
              <a:xfrm flipH="1">
                <a:off x="48275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sp>
            <p:nvSpPr>
              <p:cNvPr id="211" name="Shape 211"/>
              <p:cNvSpPr/>
              <p:nvPr/>
            </p:nvSpPr>
            <p:spPr>
              <a:xfrm flipH="1">
                <a:off x="48275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sp>
            <p:nvSpPr>
              <p:cNvPr id="212" name="Shape 212"/>
              <p:cNvSpPr/>
              <p:nvPr/>
            </p:nvSpPr>
            <p:spPr>
              <a:xfrm flipH="1">
                <a:off x="4827588"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sp>
            <p:nvSpPr>
              <p:cNvPr id="213" name="Shape 213"/>
              <p:cNvSpPr/>
              <p:nvPr/>
            </p:nvSpPr>
            <p:spPr>
              <a:xfrm flipH="1">
                <a:off x="48275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grpSp>
        <p:grpSp>
          <p:nvGrpSpPr>
            <p:cNvPr id="214" name="Shape 214"/>
            <p:cNvGrpSpPr/>
            <p:nvPr/>
          </p:nvGrpSpPr>
          <p:grpSpPr>
            <a:xfrm>
              <a:off x="5198943" y="4309200"/>
              <a:ext cx="231600" cy="834300"/>
              <a:chOff x="5198943" y="4309200"/>
              <a:chExt cx="231600" cy="834300"/>
            </a:xfrm>
          </p:grpSpPr>
          <p:sp>
            <p:nvSpPr>
              <p:cNvPr id="215" name="Shape 215"/>
              <p:cNvSpPr/>
              <p:nvPr/>
            </p:nvSpPr>
            <p:spPr>
              <a:xfrm flipH="1">
                <a:off x="519894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sp>
            <p:nvSpPr>
              <p:cNvPr id="216" name="Shape 216"/>
              <p:cNvSpPr/>
              <p:nvPr/>
            </p:nvSpPr>
            <p:spPr>
              <a:xfrm flipH="1">
                <a:off x="5198943"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sp>
            <p:nvSpPr>
              <p:cNvPr id="217" name="Shape 217"/>
              <p:cNvSpPr/>
              <p:nvPr/>
            </p:nvSpPr>
            <p:spPr>
              <a:xfrm flipH="1">
                <a:off x="519894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sp>
            <p:nvSpPr>
              <p:cNvPr id="218" name="Shape 218"/>
              <p:cNvSpPr/>
              <p:nvPr/>
            </p:nvSpPr>
            <p:spPr>
              <a:xfrm flipH="1">
                <a:off x="519894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grpSp>
        <p:grpSp>
          <p:nvGrpSpPr>
            <p:cNvPr id="219" name="Shape 219"/>
            <p:cNvGrpSpPr/>
            <p:nvPr/>
          </p:nvGrpSpPr>
          <p:grpSpPr>
            <a:xfrm>
              <a:off x="5570297" y="4518900"/>
              <a:ext cx="231600" cy="624600"/>
              <a:chOff x="5570297" y="4518900"/>
              <a:chExt cx="231600" cy="624600"/>
            </a:xfrm>
          </p:grpSpPr>
          <p:sp>
            <p:nvSpPr>
              <p:cNvPr id="220" name="Shape 220"/>
              <p:cNvSpPr/>
              <p:nvPr/>
            </p:nvSpPr>
            <p:spPr>
              <a:xfrm flipH="1">
                <a:off x="5570297"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sp>
            <p:nvSpPr>
              <p:cNvPr id="221" name="Shape 221"/>
              <p:cNvSpPr/>
              <p:nvPr/>
            </p:nvSpPr>
            <p:spPr>
              <a:xfrm flipH="1">
                <a:off x="5570297"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sp>
            <p:nvSpPr>
              <p:cNvPr id="222" name="Shape 222"/>
              <p:cNvSpPr/>
              <p:nvPr/>
            </p:nvSpPr>
            <p:spPr>
              <a:xfrm flipH="1">
                <a:off x="5570297"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grpSp>
        <p:grpSp>
          <p:nvGrpSpPr>
            <p:cNvPr id="223" name="Shape 223"/>
            <p:cNvGrpSpPr/>
            <p:nvPr/>
          </p:nvGrpSpPr>
          <p:grpSpPr>
            <a:xfrm>
              <a:off x="5941652" y="4309200"/>
              <a:ext cx="231600" cy="834300"/>
              <a:chOff x="5941652" y="4309200"/>
              <a:chExt cx="231600" cy="834300"/>
            </a:xfrm>
          </p:grpSpPr>
          <p:sp>
            <p:nvSpPr>
              <p:cNvPr id="224" name="Shape 224"/>
              <p:cNvSpPr/>
              <p:nvPr/>
            </p:nvSpPr>
            <p:spPr>
              <a:xfrm flipH="1">
                <a:off x="5941652"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sp>
            <p:nvSpPr>
              <p:cNvPr id="225" name="Shape 225"/>
              <p:cNvSpPr/>
              <p:nvPr/>
            </p:nvSpPr>
            <p:spPr>
              <a:xfrm flipH="1">
                <a:off x="5941652"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sp>
            <p:nvSpPr>
              <p:cNvPr id="226" name="Shape 226"/>
              <p:cNvSpPr/>
              <p:nvPr/>
            </p:nvSpPr>
            <p:spPr>
              <a:xfrm flipH="1">
                <a:off x="5941652"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sp>
            <p:nvSpPr>
              <p:cNvPr id="227" name="Shape 227"/>
              <p:cNvSpPr/>
              <p:nvPr/>
            </p:nvSpPr>
            <p:spPr>
              <a:xfrm flipH="1">
                <a:off x="5941652"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grpSp>
        <p:grpSp>
          <p:nvGrpSpPr>
            <p:cNvPr id="228" name="Shape 228"/>
            <p:cNvGrpSpPr/>
            <p:nvPr/>
          </p:nvGrpSpPr>
          <p:grpSpPr>
            <a:xfrm>
              <a:off x="6313006" y="4099200"/>
              <a:ext cx="231600" cy="1044300"/>
              <a:chOff x="6313006" y="4099200"/>
              <a:chExt cx="231600" cy="1044300"/>
            </a:xfrm>
          </p:grpSpPr>
          <p:sp>
            <p:nvSpPr>
              <p:cNvPr id="229" name="Shape 229"/>
              <p:cNvSpPr/>
              <p:nvPr/>
            </p:nvSpPr>
            <p:spPr>
              <a:xfrm flipH="1">
                <a:off x="6313006"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sp>
            <p:nvSpPr>
              <p:cNvPr id="230" name="Shape 230"/>
              <p:cNvSpPr/>
              <p:nvPr/>
            </p:nvSpPr>
            <p:spPr>
              <a:xfrm flipH="1">
                <a:off x="6313006"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sp>
            <p:nvSpPr>
              <p:cNvPr id="231" name="Shape 231"/>
              <p:cNvSpPr/>
              <p:nvPr/>
            </p:nvSpPr>
            <p:spPr>
              <a:xfrm flipH="1">
                <a:off x="6313006"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sp>
            <p:nvSpPr>
              <p:cNvPr id="232" name="Shape 232"/>
              <p:cNvSpPr/>
              <p:nvPr/>
            </p:nvSpPr>
            <p:spPr>
              <a:xfrm flipH="1">
                <a:off x="6313006"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sp>
            <p:nvSpPr>
              <p:cNvPr id="233" name="Shape 233"/>
              <p:cNvSpPr/>
              <p:nvPr/>
            </p:nvSpPr>
            <p:spPr>
              <a:xfrm flipH="1">
                <a:off x="6313006"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grpSp>
        <p:grpSp>
          <p:nvGrpSpPr>
            <p:cNvPr id="234" name="Shape 234"/>
            <p:cNvGrpSpPr/>
            <p:nvPr/>
          </p:nvGrpSpPr>
          <p:grpSpPr>
            <a:xfrm>
              <a:off x="6684361" y="4309200"/>
              <a:ext cx="231600" cy="834300"/>
              <a:chOff x="6684361" y="4309200"/>
              <a:chExt cx="231600" cy="834300"/>
            </a:xfrm>
          </p:grpSpPr>
          <p:sp>
            <p:nvSpPr>
              <p:cNvPr id="235" name="Shape 235"/>
              <p:cNvSpPr/>
              <p:nvPr/>
            </p:nvSpPr>
            <p:spPr>
              <a:xfrm flipH="1">
                <a:off x="6684361"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sp>
            <p:nvSpPr>
              <p:cNvPr id="236" name="Shape 236"/>
              <p:cNvSpPr/>
              <p:nvPr/>
            </p:nvSpPr>
            <p:spPr>
              <a:xfrm flipH="1">
                <a:off x="6684361"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sp>
            <p:nvSpPr>
              <p:cNvPr id="237" name="Shape 237"/>
              <p:cNvSpPr/>
              <p:nvPr/>
            </p:nvSpPr>
            <p:spPr>
              <a:xfrm flipH="1">
                <a:off x="6684361"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sp>
            <p:nvSpPr>
              <p:cNvPr id="238" name="Shape 238"/>
              <p:cNvSpPr/>
              <p:nvPr/>
            </p:nvSpPr>
            <p:spPr>
              <a:xfrm flipH="1">
                <a:off x="6684361"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grpSp>
        <p:grpSp>
          <p:nvGrpSpPr>
            <p:cNvPr id="239" name="Shape 239"/>
            <p:cNvGrpSpPr/>
            <p:nvPr/>
          </p:nvGrpSpPr>
          <p:grpSpPr>
            <a:xfrm>
              <a:off x="7055715" y="4518900"/>
              <a:ext cx="231600" cy="624600"/>
              <a:chOff x="7055715" y="4518900"/>
              <a:chExt cx="231600" cy="624600"/>
            </a:xfrm>
          </p:grpSpPr>
          <p:sp>
            <p:nvSpPr>
              <p:cNvPr id="240" name="Shape 240"/>
              <p:cNvSpPr/>
              <p:nvPr/>
            </p:nvSpPr>
            <p:spPr>
              <a:xfrm flipH="1">
                <a:off x="7055715"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sp>
            <p:nvSpPr>
              <p:cNvPr id="241" name="Shape 241"/>
              <p:cNvSpPr/>
              <p:nvPr/>
            </p:nvSpPr>
            <p:spPr>
              <a:xfrm flipH="1">
                <a:off x="7055715"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sp>
            <p:nvSpPr>
              <p:cNvPr id="242" name="Shape 242"/>
              <p:cNvSpPr/>
              <p:nvPr/>
            </p:nvSpPr>
            <p:spPr>
              <a:xfrm flipH="1">
                <a:off x="7055715"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grpSp>
        <p:grpSp>
          <p:nvGrpSpPr>
            <p:cNvPr id="243" name="Shape 243"/>
            <p:cNvGrpSpPr/>
            <p:nvPr/>
          </p:nvGrpSpPr>
          <p:grpSpPr>
            <a:xfrm>
              <a:off x="7798424" y="4099200"/>
              <a:ext cx="231600" cy="1044300"/>
              <a:chOff x="7798424" y="4099200"/>
              <a:chExt cx="231600" cy="1044300"/>
            </a:xfrm>
          </p:grpSpPr>
          <p:sp>
            <p:nvSpPr>
              <p:cNvPr id="244" name="Shape 244"/>
              <p:cNvSpPr/>
              <p:nvPr/>
            </p:nvSpPr>
            <p:spPr>
              <a:xfrm flipH="1">
                <a:off x="7798424"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sp>
            <p:nvSpPr>
              <p:cNvPr id="245" name="Shape 245"/>
              <p:cNvSpPr/>
              <p:nvPr/>
            </p:nvSpPr>
            <p:spPr>
              <a:xfrm flipH="1">
                <a:off x="7798424"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sp>
            <p:nvSpPr>
              <p:cNvPr id="246" name="Shape 246"/>
              <p:cNvSpPr/>
              <p:nvPr/>
            </p:nvSpPr>
            <p:spPr>
              <a:xfrm flipH="1">
                <a:off x="7798424"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sp>
            <p:nvSpPr>
              <p:cNvPr id="247" name="Shape 247"/>
              <p:cNvSpPr/>
              <p:nvPr/>
            </p:nvSpPr>
            <p:spPr>
              <a:xfrm flipH="1">
                <a:off x="7798424" y="4099200"/>
                <a:ext cx="231600" cy="10443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sp>
            <p:nvSpPr>
              <p:cNvPr id="248" name="Shape 248"/>
              <p:cNvSpPr/>
              <p:nvPr/>
            </p:nvSpPr>
            <p:spPr>
              <a:xfrm flipH="1">
                <a:off x="7798424"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grpSp>
        <p:grpSp>
          <p:nvGrpSpPr>
            <p:cNvPr id="249" name="Shape 249"/>
            <p:cNvGrpSpPr/>
            <p:nvPr/>
          </p:nvGrpSpPr>
          <p:grpSpPr>
            <a:xfrm>
              <a:off x="8169779" y="4309200"/>
              <a:ext cx="231600" cy="834300"/>
              <a:chOff x="8169779" y="4309200"/>
              <a:chExt cx="231600" cy="834300"/>
            </a:xfrm>
          </p:grpSpPr>
          <p:sp>
            <p:nvSpPr>
              <p:cNvPr id="250" name="Shape 250"/>
              <p:cNvSpPr/>
              <p:nvPr/>
            </p:nvSpPr>
            <p:spPr>
              <a:xfrm flipH="1">
                <a:off x="8169779"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sp>
            <p:nvSpPr>
              <p:cNvPr id="251" name="Shape 251"/>
              <p:cNvSpPr/>
              <p:nvPr/>
            </p:nvSpPr>
            <p:spPr>
              <a:xfrm flipH="1">
                <a:off x="8169779"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sp>
            <p:nvSpPr>
              <p:cNvPr id="252" name="Shape 252"/>
              <p:cNvSpPr/>
              <p:nvPr/>
            </p:nvSpPr>
            <p:spPr>
              <a:xfrm flipH="1">
                <a:off x="8169779"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sp>
            <p:nvSpPr>
              <p:cNvPr id="253" name="Shape 253"/>
              <p:cNvSpPr/>
              <p:nvPr/>
            </p:nvSpPr>
            <p:spPr>
              <a:xfrm flipH="1">
                <a:off x="8169779"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grpSp>
        <p:grpSp>
          <p:nvGrpSpPr>
            <p:cNvPr id="254" name="Shape 254"/>
            <p:cNvGrpSpPr/>
            <p:nvPr/>
          </p:nvGrpSpPr>
          <p:grpSpPr>
            <a:xfrm>
              <a:off x="7427070" y="4309200"/>
              <a:ext cx="231600" cy="834300"/>
              <a:chOff x="7427070" y="4309200"/>
              <a:chExt cx="231600" cy="834300"/>
            </a:xfrm>
          </p:grpSpPr>
          <p:sp>
            <p:nvSpPr>
              <p:cNvPr id="255" name="Shape 255"/>
              <p:cNvSpPr/>
              <p:nvPr/>
            </p:nvSpPr>
            <p:spPr>
              <a:xfrm flipH="1">
                <a:off x="7427070"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sp>
            <p:nvSpPr>
              <p:cNvPr id="256" name="Shape 256"/>
              <p:cNvSpPr/>
              <p:nvPr/>
            </p:nvSpPr>
            <p:spPr>
              <a:xfrm flipH="1">
                <a:off x="7427070"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sp>
            <p:nvSpPr>
              <p:cNvPr id="257" name="Shape 257"/>
              <p:cNvSpPr/>
              <p:nvPr/>
            </p:nvSpPr>
            <p:spPr>
              <a:xfrm flipH="1">
                <a:off x="7427070"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sp>
            <p:nvSpPr>
              <p:cNvPr id="258" name="Shape 258"/>
              <p:cNvSpPr/>
              <p:nvPr/>
            </p:nvSpPr>
            <p:spPr>
              <a:xfrm flipH="1">
                <a:off x="7427070"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grpSp>
        <p:grpSp>
          <p:nvGrpSpPr>
            <p:cNvPr id="259" name="Shape 259"/>
            <p:cNvGrpSpPr/>
            <p:nvPr/>
          </p:nvGrpSpPr>
          <p:grpSpPr>
            <a:xfrm>
              <a:off x="8541133" y="4518900"/>
              <a:ext cx="231600" cy="624600"/>
              <a:chOff x="8541133" y="4518900"/>
              <a:chExt cx="231600" cy="624600"/>
            </a:xfrm>
          </p:grpSpPr>
          <p:sp>
            <p:nvSpPr>
              <p:cNvPr id="260" name="Shape 260"/>
              <p:cNvSpPr/>
              <p:nvPr/>
            </p:nvSpPr>
            <p:spPr>
              <a:xfrm flipH="1">
                <a:off x="8541133"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sp>
            <p:nvSpPr>
              <p:cNvPr id="261" name="Shape 261"/>
              <p:cNvSpPr/>
              <p:nvPr/>
            </p:nvSpPr>
            <p:spPr>
              <a:xfrm flipH="1">
                <a:off x="8541133"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sp>
            <p:nvSpPr>
              <p:cNvPr id="262" name="Shape 262"/>
              <p:cNvSpPr/>
              <p:nvPr/>
            </p:nvSpPr>
            <p:spPr>
              <a:xfrm flipH="1">
                <a:off x="8541133"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grpSp>
        <p:grpSp>
          <p:nvGrpSpPr>
            <p:cNvPr id="263" name="Shape 263"/>
            <p:cNvGrpSpPr/>
            <p:nvPr/>
          </p:nvGrpSpPr>
          <p:grpSpPr>
            <a:xfrm>
              <a:off x="8912488" y="4309200"/>
              <a:ext cx="231600" cy="834300"/>
              <a:chOff x="8912488" y="4309200"/>
              <a:chExt cx="231600" cy="834300"/>
            </a:xfrm>
          </p:grpSpPr>
          <p:sp>
            <p:nvSpPr>
              <p:cNvPr id="264" name="Shape 264"/>
              <p:cNvSpPr/>
              <p:nvPr/>
            </p:nvSpPr>
            <p:spPr>
              <a:xfrm flipH="1">
                <a:off x="8912488" y="4728600"/>
                <a:ext cx="231600" cy="4149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sp>
            <p:nvSpPr>
              <p:cNvPr id="265" name="Shape 265"/>
              <p:cNvSpPr/>
              <p:nvPr/>
            </p:nvSpPr>
            <p:spPr>
              <a:xfrm flipH="1">
                <a:off x="8912488" y="4309200"/>
                <a:ext cx="231600" cy="8343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sp>
            <p:nvSpPr>
              <p:cNvPr id="266" name="Shape 266"/>
              <p:cNvSpPr/>
              <p:nvPr/>
            </p:nvSpPr>
            <p:spPr>
              <a:xfrm flipH="1">
                <a:off x="8912488" y="4518900"/>
                <a:ext cx="231600" cy="6246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sp>
            <p:nvSpPr>
              <p:cNvPr id="267" name="Shape 267"/>
              <p:cNvSpPr/>
              <p:nvPr/>
            </p:nvSpPr>
            <p:spPr>
              <a:xfrm flipH="1">
                <a:off x="8912488" y="4938300"/>
                <a:ext cx="231600" cy="205200"/>
              </a:xfrm>
              <a:prstGeom prst="round2SameRect">
                <a:avLst>
                  <a:gd fmla="val 50000" name="adj1"/>
                  <a:gd fmla="val 0" name="adj2"/>
                </a:avLst>
              </a:prstGeom>
              <a:solidFill>
                <a:schemeClr val="lt1">
                  <a:alpha val="9020"/>
                </a:schemeClr>
              </a:solidFill>
              <a:ln>
                <a:noFill/>
              </a:ln>
            </p:spPr>
            <p:txBody>
              <a:bodyPr anchorCtr="0" anchor="ctr" bIns="91425" lIns="91425" rIns="91425" wrap="square" tIns="91425">
                <a:noAutofit/>
              </a:bodyPr>
              <a:lstStyle/>
              <a:p>
                <a:pPr indent="0" lvl="0" marL="0">
                  <a:spcBef>
                    <a:spcPts val="0"/>
                  </a:spcBef>
                  <a:buNone/>
                </a:pPr>
                <a:r>
                  <a:t/>
                </a:r>
                <a:endParaRPr/>
              </a:p>
            </p:txBody>
          </p:sp>
        </p:grpSp>
      </p:grpSp>
      <p:sp>
        <p:nvSpPr>
          <p:cNvPr id="268" name="Shape 268"/>
          <p:cNvSpPr txBox="1"/>
          <p:nvPr>
            <p:ph type="title"/>
          </p:nvPr>
        </p:nvSpPr>
        <p:spPr>
          <a:xfrm>
            <a:off x="1388625" y="772725"/>
            <a:ext cx="6366900" cy="1863300"/>
          </a:xfrm>
          <a:prstGeom prst="rect">
            <a:avLst/>
          </a:prstGeom>
        </p:spPr>
        <p:txBody>
          <a:bodyPr anchorCtr="0" anchor="ctr" bIns="91425" lIns="91425" rIns="91425" wrap="square" tIns="91425"/>
          <a:lstStyle>
            <a:lvl1pPr lvl="0" algn="ctr">
              <a:spcBef>
                <a:spcPts val="0"/>
              </a:spcBef>
              <a:buClr>
                <a:schemeClr val="lt1"/>
              </a:buClr>
              <a:buSzPts val="8000"/>
              <a:buNone/>
              <a:defRPr sz="8000">
                <a:solidFill>
                  <a:schemeClr val="lt1"/>
                </a:solidFill>
              </a:defRPr>
            </a:lvl1pPr>
            <a:lvl2pPr lvl="1" algn="ctr">
              <a:spcBef>
                <a:spcPts val="0"/>
              </a:spcBef>
              <a:buClr>
                <a:schemeClr val="lt1"/>
              </a:buClr>
              <a:buSzPts val="8000"/>
              <a:buNone/>
              <a:defRPr sz="8000">
                <a:solidFill>
                  <a:schemeClr val="lt1"/>
                </a:solidFill>
              </a:defRPr>
            </a:lvl2pPr>
            <a:lvl3pPr lvl="2" algn="ctr">
              <a:spcBef>
                <a:spcPts val="0"/>
              </a:spcBef>
              <a:buClr>
                <a:schemeClr val="lt1"/>
              </a:buClr>
              <a:buSzPts val="8000"/>
              <a:buNone/>
              <a:defRPr sz="8000">
                <a:solidFill>
                  <a:schemeClr val="lt1"/>
                </a:solidFill>
              </a:defRPr>
            </a:lvl3pPr>
            <a:lvl4pPr lvl="3" algn="ctr">
              <a:spcBef>
                <a:spcPts val="0"/>
              </a:spcBef>
              <a:buClr>
                <a:schemeClr val="lt1"/>
              </a:buClr>
              <a:buSzPts val="8000"/>
              <a:buNone/>
              <a:defRPr sz="8000">
                <a:solidFill>
                  <a:schemeClr val="lt1"/>
                </a:solidFill>
              </a:defRPr>
            </a:lvl4pPr>
            <a:lvl5pPr lvl="4" algn="ctr">
              <a:spcBef>
                <a:spcPts val="0"/>
              </a:spcBef>
              <a:buClr>
                <a:schemeClr val="lt1"/>
              </a:buClr>
              <a:buSzPts val="8000"/>
              <a:buNone/>
              <a:defRPr sz="8000">
                <a:solidFill>
                  <a:schemeClr val="lt1"/>
                </a:solidFill>
              </a:defRPr>
            </a:lvl5pPr>
            <a:lvl6pPr lvl="5" algn="ctr">
              <a:spcBef>
                <a:spcPts val="0"/>
              </a:spcBef>
              <a:buClr>
                <a:schemeClr val="lt1"/>
              </a:buClr>
              <a:buSzPts val="8000"/>
              <a:buNone/>
              <a:defRPr sz="8000">
                <a:solidFill>
                  <a:schemeClr val="lt1"/>
                </a:solidFill>
              </a:defRPr>
            </a:lvl6pPr>
            <a:lvl7pPr lvl="6" algn="ctr">
              <a:spcBef>
                <a:spcPts val="0"/>
              </a:spcBef>
              <a:buClr>
                <a:schemeClr val="lt1"/>
              </a:buClr>
              <a:buSzPts val="8000"/>
              <a:buNone/>
              <a:defRPr sz="8000">
                <a:solidFill>
                  <a:schemeClr val="lt1"/>
                </a:solidFill>
              </a:defRPr>
            </a:lvl7pPr>
            <a:lvl8pPr lvl="7" algn="ctr">
              <a:spcBef>
                <a:spcPts val="0"/>
              </a:spcBef>
              <a:buClr>
                <a:schemeClr val="lt1"/>
              </a:buClr>
              <a:buSzPts val="8000"/>
              <a:buNone/>
              <a:defRPr sz="8000">
                <a:solidFill>
                  <a:schemeClr val="lt1"/>
                </a:solidFill>
              </a:defRPr>
            </a:lvl8pPr>
            <a:lvl9pPr lvl="8" algn="ctr">
              <a:spcBef>
                <a:spcPts val="0"/>
              </a:spcBef>
              <a:buClr>
                <a:schemeClr val="lt1"/>
              </a:buClr>
              <a:buSzPts val="8000"/>
              <a:buNone/>
              <a:defRPr sz="8000">
                <a:solidFill>
                  <a:schemeClr val="lt1"/>
                </a:solidFill>
              </a:defRPr>
            </a:lvl9pPr>
          </a:lstStyle>
          <a:p/>
        </p:txBody>
      </p:sp>
      <p:sp>
        <p:nvSpPr>
          <p:cNvPr id="269" name="Shape 269"/>
          <p:cNvSpPr txBox="1"/>
          <p:nvPr>
            <p:ph idx="1" type="body"/>
          </p:nvPr>
        </p:nvSpPr>
        <p:spPr>
          <a:xfrm>
            <a:off x="1388625" y="2712300"/>
            <a:ext cx="6366900" cy="1111200"/>
          </a:xfrm>
          <a:prstGeom prst="rect">
            <a:avLst/>
          </a:prstGeom>
        </p:spPr>
        <p:txBody>
          <a:bodyPr anchorCtr="0" anchor="t" bIns="91425" lIns="91425" rIns="91425" wrap="square" tIns="91425"/>
          <a:lstStyle>
            <a:lvl1pPr lvl="0" algn="ctr">
              <a:spcBef>
                <a:spcPts val="0"/>
              </a:spcBef>
              <a:buClr>
                <a:schemeClr val="lt1"/>
              </a:buClr>
              <a:buSzPts val="1300"/>
              <a:buChar char="●"/>
              <a:defRPr>
                <a:solidFill>
                  <a:schemeClr val="lt1"/>
                </a:solidFill>
              </a:defRPr>
            </a:lvl1pPr>
            <a:lvl2pPr lvl="1" algn="ctr">
              <a:spcBef>
                <a:spcPts val="0"/>
              </a:spcBef>
              <a:buClr>
                <a:schemeClr val="lt1"/>
              </a:buClr>
              <a:buSzPts val="1100"/>
              <a:buChar char="○"/>
              <a:defRPr>
                <a:solidFill>
                  <a:schemeClr val="lt1"/>
                </a:solidFill>
              </a:defRPr>
            </a:lvl2pPr>
            <a:lvl3pPr lvl="2" algn="ctr">
              <a:spcBef>
                <a:spcPts val="0"/>
              </a:spcBef>
              <a:buClr>
                <a:schemeClr val="lt1"/>
              </a:buClr>
              <a:buSzPts val="1100"/>
              <a:buChar char="■"/>
              <a:defRPr>
                <a:solidFill>
                  <a:schemeClr val="lt1"/>
                </a:solidFill>
              </a:defRPr>
            </a:lvl3pPr>
            <a:lvl4pPr lvl="3" algn="ctr">
              <a:spcBef>
                <a:spcPts val="0"/>
              </a:spcBef>
              <a:buClr>
                <a:schemeClr val="lt1"/>
              </a:buClr>
              <a:buSzPts val="1100"/>
              <a:buChar char="●"/>
              <a:defRPr>
                <a:solidFill>
                  <a:schemeClr val="lt1"/>
                </a:solidFill>
              </a:defRPr>
            </a:lvl4pPr>
            <a:lvl5pPr lvl="4" algn="ctr">
              <a:spcBef>
                <a:spcPts val="0"/>
              </a:spcBef>
              <a:buClr>
                <a:schemeClr val="lt1"/>
              </a:buClr>
              <a:buSzPts val="1100"/>
              <a:buChar char="○"/>
              <a:defRPr>
                <a:solidFill>
                  <a:schemeClr val="lt1"/>
                </a:solidFill>
              </a:defRPr>
            </a:lvl5pPr>
            <a:lvl6pPr lvl="5" algn="ctr">
              <a:spcBef>
                <a:spcPts val="0"/>
              </a:spcBef>
              <a:buClr>
                <a:schemeClr val="lt1"/>
              </a:buClr>
              <a:buSzPts val="1100"/>
              <a:buChar char="■"/>
              <a:defRPr>
                <a:solidFill>
                  <a:schemeClr val="lt1"/>
                </a:solidFill>
              </a:defRPr>
            </a:lvl6pPr>
            <a:lvl7pPr lvl="6" algn="ctr">
              <a:spcBef>
                <a:spcPts val="0"/>
              </a:spcBef>
              <a:buClr>
                <a:schemeClr val="lt1"/>
              </a:buClr>
              <a:buSzPts val="1100"/>
              <a:buChar char="●"/>
              <a:defRPr>
                <a:solidFill>
                  <a:schemeClr val="lt1"/>
                </a:solidFill>
              </a:defRPr>
            </a:lvl7pPr>
            <a:lvl8pPr lvl="7" algn="ctr">
              <a:spcBef>
                <a:spcPts val="0"/>
              </a:spcBef>
              <a:buClr>
                <a:schemeClr val="lt1"/>
              </a:buClr>
              <a:buSzPts val="1100"/>
              <a:buChar char="○"/>
              <a:defRPr>
                <a:solidFill>
                  <a:schemeClr val="lt1"/>
                </a:solidFill>
              </a:defRPr>
            </a:lvl8pPr>
            <a:lvl9pPr lvl="8" algn="ctr">
              <a:spcBef>
                <a:spcPts val="0"/>
              </a:spcBef>
              <a:buClr>
                <a:schemeClr val="lt1"/>
              </a:buClr>
              <a:buSzPts val="1100"/>
              <a:buChar char="■"/>
              <a:defRPr>
                <a:solidFill>
                  <a:schemeClr val="lt1"/>
                </a:solidFill>
              </a:defRPr>
            </a:lvl9pPr>
          </a:lstStyle>
          <a:p/>
        </p:txBody>
      </p:sp>
      <p:sp>
        <p:nvSpPr>
          <p:cNvPr id="270" name="Shape 270"/>
          <p:cNvSpPr txBox="1"/>
          <p:nvPr>
            <p:ph idx="12" type="sldNum"/>
          </p:nvPr>
        </p:nvSpPr>
        <p:spPr>
          <a:xfrm>
            <a:off x="8451046" y="4736976"/>
            <a:ext cx="548700" cy="393600"/>
          </a:xfrm>
          <a:prstGeom prst="rect">
            <a:avLst/>
          </a:prstGeom>
        </p:spPr>
        <p:txBody>
          <a:bodyPr anchorCtr="0" anchor="ctr" bIns="91425" lIns="91425" rIns="91425" wrap="square" tIns="91425">
            <a:noAutofit/>
          </a:bodyPr>
          <a:lstStyle/>
          <a:p>
            <a:pPr indent="0" lvl="0" marL="0">
              <a:spcBef>
                <a:spcPts val="0"/>
              </a:spcBef>
              <a:buNone/>
            </a:pPr>
            <a:fld id="{00000000-1234-1234-1234-123412341234}" type="slidenum">
              <a:rPr lang="en">
                <a:solidFill>
                  <a:schemeClr val="lt1"/>
                </a:solidFill>
              </a:rPr>
              <a:t>‹#›</a:t>
            </a:fld>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type="blank">
  <p:cSld name="Blank">
    <p:spTree>
      <p:nvGrpSpPr>
        <p:cNvPr id="271" name="Shape 271"/>
        <p:cNvGrpSpPr/>
        <p:nvPr/>
      </p:nvGrpSpPr>
      <p:grpSpPr>
        <a:xfrm>
          <a:off x="0" y="0"/>
          <a:ext cx="0" cy="0"/>
          <a:chOff x="0" y="0"/>
          <a:chExt cx="0" cy="0"/>
        </a:xfrm>
      </p:grpSpPr>
      <p:sp>
        <p:nvSpPr>
          <p:cNvPr id="272" name="Shape 272"/>
          <p:cNvSpPr txBox="1"/>
          <p:nvPr>
            <p:ph idx="12" type="sldNum"/>
          </p:nvPr>
        </p:nvSpPr>
        <p:spPr>
          <a:xfrm>
            <a:off x="8451046" y="4736976"/>
            <a:ext cx="548700" cy="393600"/>
          </a:xfrm>
          <a:prstGeom prst="rect">
            <a:avLst/>
          </a:prstGeom>
        </p:spPr>
        <p:txBody>
          <a:bodyPr anchorCtr="0" anchor="ctr" bIns="91425" lIns="91425" rIns="91425" wrap="square" tIns="91425">
            <a:noAutofit/>
          </a:bodyPr>
          <a:lstStyle/>
          <a:p>
            <a:pPr indent="0" lvl="0" marL="0">
              <a:spcBef>
                <a:spcPts val="0"/>
              </a:spcBef>
              <a:buNone/>
            </a:pPr>
            <a:fld id="{00000000-1234-1234-1234-123412341234}" type="slidenum">
              <a:rPr lang="en"/>
              <a:t>‹#›</a:t>
            </a:fld>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name="momentum">
    <p:bg>
      <p:bgPr>
        <a:solidFill>
          <a:schemeClr val="lt1"/>
        </a:solidFill>
      </p:bgPr>
    </p:bg>
    <p:spTree>
      <p:nvGrpSpPr>
        <p:cNvPr id="5" name="Shape 5"/>
        <p:cNvGrpSpPr/>
        <p:nvPr/>
      </p:nvGrpSpPr>
      <p:grpSpPr>
        <a:xfrm>
          <a:off x="0" y="0"/>
          <a:ext cx="0" cy="0"/>
          <a:chOff x="0" y="0"/>
          <a:chExt cx="0" cy="0"/>
        </a:xfrm>
      </p:grpSpPr>
      <p:sp>
        <p:nvSpPr>
          <p:cNvPr id="6" name="Shape 6"/>
          <p:cNvSpPr txBox="1"/>
          <p:nvPr>
            <p:ph type="title"/>
          </p:nvPr>
        </p:nvSpPr>
        <p:spPr>
          <a:xfrm>
            <a:off x="311700" y="445025"/>
            <a:ext cx="8520600" cy="572700"/>
          </a:xfrm>
          <a:prstGeom prst="rect">
            <a:avLst/>
          </a:prstGeom>
          <a:noFill/>
          <a:ln>
            <a:noFill/>
          </a:ln>
        </p:spPr>
        <p:txBody>
          <a:bodyPr anchorCtr="0" anchor="t" bIns="91425" lIns="91425" rIns="91425" wrap="square" tIns="91425"/>
          <a:lstStyle>
            <a:lvl1pPr lvl="0">
              <a:spcBef>
                <a:spcPts val="0"/>
              </a:spcBef>
              <a:buClr>
                <a:schemeClr val="dk2"/>
              </a:buClr>
              <a:buSzPts val="2800"/>
              <a:buFont typeface="Maven Pro"/>
              <a:buNone/>
              <a:defRPr b="1" sz="2800">
                <a:solidFill>
                  <a:schemeClr val="dk2"/>
                </a:solidFill>
                <a:latin typeface="Maven Pro"/>
                <a:ea typeface="Maven Pro"/>
                <a:cs typeface="Maven Pro"/>
                <a:sym typeface="Maven Pro"/>
              </a:defRPr>
            </a:lvl1pPr>
            <a:lvl2pPr lvl="1">
              <a:spcBef>
                <a:spcPts val="0"/>
              </a:spcBef>
              <a:buClr>
                <a:schemeClr val="dk2"/>
              </a:buClr>
              <a:buSzPts val="2800"/>
              <a:buFont typeface="Maven Pro"/>
              <a:buNone/>
              <a:defRPr b="1" sz="2800">
                <a:solidFill>
                  <a:schemeClr val="dk2"/>
                </a:solidFill>
                <a:latin typeface="Maven Pro"/>
                <a:ea typeface="Maven Pro"/>
                <a:cs typeface="Maven Pro"/>
                <a:sym typeface="Maven Pro"/>
              </a:defRPr>
            </a:lvl2pPr>
            <a:lvl3pPr lvl="2">
              <a:spcBef>
                <a:spcPts val="0"/>
              </a:spcBef>
              <a:buClr>
                <a:schemeClr val="dk2"/>
              </a:buClr>
              <a:buSzPts val="2800"/>
              <a:buFont typeface="Maven Pro"/>
              <a:buNone/>
              <a:defRPr b="1" sz="2800">
                <a:solidFill>
                  <a:schemeClr val="dk2"/>
                </a:solidFill>
                <a:latin typeface="Maven Pro"/>
                <a:ea typeface="Maven Pro"/>
                <a:cs typeface="Maven Pro"/>
                <a:sym typeface="Maven Pro"/>
              </a:defRPr>
            </a:lvl3pPr>
            <a:lvl4pPr lvl="3">
              <a:spcBef>
                <a:spcPts val="0"/>
              </a:spcBef>
              <a:buClr>
                <a:schemeClr val="dk2"/>
              </a:buClr>
              <a:buSzPts val="2800"/>
              <a:buFont typeface="Maven Pro"/>
              <a:buNone/>
              <a:defRPr b="1" sz="2800">
                <a:solidFill>
                  <a:schemeClr val="dk2"/>
                </a:solidFill>
                <a:latin typeface="Maven Pro"/>
                <a:ea typeface="Maven Pro"/>
                <a:cs typeface="Maven Pro"/>
                <a:sym typeface="Maven Pro"/>
              </a:defRPr>
            </a:lvl4pPr>
            <a:lvl5pPr lvl="4">
              <a:spcBef>
                <a:spcPts val="0"/>
              </a:spcBef>
              <a:buClr>
                <a:schemeClr val="dk2"/>
              </a:buClr>
              <a:buSzPts val="2800"/>
              <a:buFont typeface="Maven Pro"/>
              <a:buNone/>
              <a:defRPr b="1" sz="2800">
                <a:solidFill>
                  <a:schemeClr val="dk2"/>
                </a:solidFill>
                <a:latin typeface="Maven Pro"/>
                <a:ea typeface="Maven Pro"/>
                <a:cs typeface="Maven Pro"/>
                <a:sym typeface="Maven Pro"/>
              </a:defRPr>
            </a:lvl5pPr>
            <a:lvl6pPr lvl="5">
              <a:spcBef>
                <a:spcPts val="0"/>
              </a:spcBef>
              <a:buClr>
                <a:schemeClr val="dk2"/>
              </a:buClr>
              <a:buSzPts val="2800"/>
              <a:buFont typeface="Maven Pro"/>
              <a:buNone/>
              <a:defRPr b="1" sz="2800">
                <a:solidFill>
                  <a:schemeClr val="dk2"/>
                </a:solidFill>
                <a:latin typeface="Maven Pro"/>
                <a:ea typeface="Maven Pro"/>
                <a:cs typeface="Maven Pro"/>
                <a:sym typeface="Maven Pro"/>
              </a:defRPr>
            </a:lvl6pPr>
            <a:lvl7pPr lvl="6">
              <a:spcBef>
                <a:spcPts val="0"/>
              </a:spcBef>
              <a:buClr>
                <a:schemeClr val="dk2"/>
              </a:buClr>
              <a:buSzPts val="2800"/>
              <a:buFont typeface="Maven Pro"/>
              <a:buNone/>
              <a:defRPr b="1" sz="2800">
                <a:solidFill>
                  <a:schemeClr val="dk2"/>
                </a:solidFill>
                <a:latin typeface="Maven Pro"/>
                <a:ea typeface="Maven Pro"/>
                <a:cs typeface="Maven Pro"/>
                <a:sym typeface="Maven Pro"/>
              </a:defRPr>
            </a:lvl7pPr>
            <a:lvl8pPr lvl="7">
              <a:spcBef>
                <a:spcPts val="0"/>
              </a:spcBef>
              <a:buClr>
                <a:schemeClr val="dk2"/>
              </a:buClr>
              <a:buSzPts val="2800"/>
              <a:buFont typeface="Maven Pro"/>
              <a:buNone/>
              <a:defRPr b="1" sz="2800">
                <a:solidFill>
                  <a:schemeClr val="dk2"/>
                </a:solidFill>
                <a:latin typeface="Maven Pro"/>
                <a:ea typeface="Maven Pro"/>
                <a:cs typeface="Maven Pro"/>
                <a:sym typeface="Maven Pro"/>
              </a:defRPr>
            </a:lvl8pPr>
            <a:lvl9pPr lvl="8">
              <a:spcBef>
                <a:spcPts val="0"/>
              </a:spcBef>
              <a:buClr>
                <a:schemeClr val="dk2"/>
              </a:buClr>
              <a:buSzPts val="2800"/>
              <a:buFont typeface="Maven Pro"/>
              <a:buNone/>
              <a:defRPr b="1" sz="2800">
                <a:solidFill>
                  <a:schemeClr val="dk2"/>
                </a:solidFill>
                <a:latin typeface="Maven Pro"/>
                <a:ea typeface="Maven Pro"/>
                <a:cs typeface="Maven Pro"/>
                <a:sym typeface="Maven Pro"/>
              </a:defRPr>
            </a:lvl9pPr>
          </a:lstStyle>
          <a:p/>
        </p:txBody>
      </p:sp>
      <p:sp>
        <p:nvSpPr>
          <p:cNvPr id="7" name="Shape 7"/>
          <p:cNvSpPr txBox="1"/>
          <p:nvPr>
            <p:ph idx="1" type="body"/>
          </p:nvPr>
        </p:nvSpPr>
        <p:spPr>
          <a:xfrm>
            <a:off x="311700" y="1152475"/>
            <a:ext cx="8520600" cy="3416400"/>
          </a:xfrm>
          <a:prstGeom prst="rect">
            <a:avLst/>
          </a:prstGeom>
          <a:noFill/>
          <a:ln>
            <a:noFill/>
          </a:ln>
        </p:spPr>
        <p:txBody>
          <a:bodyPr anchorCtr="0" anchor="t" bIns="91425" lIns="91425" rIns="91425" wrap="square" tIns="91425"/>
          <a:lstStyle>
            <a:lvl1pPr lvl="0">
              <a:lnSpc>
                <a:spcPct val="115000"/>
              </a:lnSpc>
              <a:spcBef>
                <a:spcPts val="0"/>
              </a:spcBef>
              <a:spcAft>
                <a:spcPts val="1600"/>
              </a:spcAft>
              <a:buClr>
                <a:schemeClr val="dk2"/>
              </a:buClr>
              <a:buSzPts val="1300"/>
              <a:buFont typeface="Nunito"/>
              <a:buChar char="●"/>
              <a:defRPr sz="1300">
                <a:solidFill>
                  <a:schemeClr val="dk2"/>
                </a:solidFill>
                <a:latin typeface="Nunito"/>
                <a:ea typeface="Nunito"/>
                <a:cs typeface="Nunito"/>
                <a:sym typeface="Nunito"/>
              </a:defRPr>
            </a:lvl1pPr>
            <a:lvl2pPr lvl="1">
              <a:lnSpc>
                <a:spcPct val="115000"/>
              </a:lnSpc>
              <a:spcBef>
                <a:spcPts val="0"/>
              </a:spcBef>
              <a:spcAft>
                <a:spcPts val="1600"/>
              </a:spcAft>
              <a:buClr>
                <a:schemeClr val="dk2"/>
              </a:buClr>
              <a:buSzPts val="1100"/>
              <a:buFont typeface="Nunito"/>
              <a:buChar char="○"/>
              <a:defRPr sz="1100">
                <a:solidFill>
                  <a:schemeClr val="dk2"/>
                </a:solidFill>
                <a:latin typeface="Nunito"/>
                <a:ea typeface="Nunito"/>
                <a:cs typeface="Nunito"/>
                <a:sym typeface="Nunito"/>
              </a:defRPr>
            </a:lvl2pPr>
            <a:lvl3pPr lvl="2">
              <a:lnSpc>
                <a:spcPct val="115000"/>
              </a:lnSpc>
              <a:spcBef>
                <a:spcPts val="0"/>
              </a:spcBef>
              <a:spcAft>
                <a:spcPts val="1600"/>
              </a:spcAft>
              <a:buClr>
                <a:schemeClr val="dk2"/>
              </a:buClr>
              <a:buSzPts val="1100"/>
              <a:buFont typeface="Nunito"/>
              <a:buChar char="■"/>
              <a:defRPr sz="1100">
                <a:solidFill>
                  <a:schemeClr val="dk2"/>
                </a:solidFill>
                <a:latin typeface="Nunito"/>
                <a:ea typeface="Nunito"/>
                <a:cs typeface="Nunito"/>
                <a:sym typeface="Nunito"/>
              </a:defRPr>
            </a:lvl3pPr>
            <a:lvl4pPr lvl="3">
              <a:lnSpc>
                <a:spcPct val="115000"/>
              </a:lnSpc>
              <a:spcBef>
                <a:spcPts val="0"/>
              </a:spcBef>
              <a:spcAft>
                <a:spcPts val="1600"/>
              </a:spcAft>
              <a:buClr>
                <a:schemeClr val="dk2"/>
              </a:buClr>
              <a:buSzPts val="1100"/>
              <a:buFont typeface="Nunito"/>
              <a:buChar char="●"/>
              <a:defRPr sz="1100">
                <a:solidFill>
                  <a:schemeClr val="dk2"/>
                </a:solidFill>
                <a:latin typeface="Nunito"/>
                <a:ea typeface="Nunito"/>
                <a:cs typeface="Nunito"/>
                <a:sym typeface="Nunito"/>
              </a:defRPr>
            </a:lvl4pPr>
            <a:lvl5pPr lvl="4">
              <a:lnSpc>
                <a:spcPct val="115000"/>
              </a:lnSpc>
              <a:spcBef>
                <a:spcPts val="0"/>
              </a:spcBef>
              <a:spcAft>
                <a:spcPts val="1600"/>
              </a:spcAft>
              <a:buClr>
                <a:schemeClr val="dk2"/>
              </a:buClr>
              <a:buSzPts val="1100"/>
              <a:buFont typeface="Nunito"/>
              <a:buChar char="○"/>
              <a:defRPr sz="1100">
                <a:solidFill>
                  <a:schemeClr val="dk2"/>
                </a:solidFill>
                <a:latin typeface="Nunito"/>
                <a:ea typeface="Nunito"/>
                <a:cs typeface="Nunito"/>
                <a:sym typeface="Nunito"/>
              </a:defRPr>
            </a:lvl5pPr>
            <a:lvl6pPr lvl="5">
              <a:lnSpc>
                <a:spcPct val="115000"/>
              </a:lnSpc>
              <a:spcBef>
                <a:spcPts val="0"/>
              </a:spcBef>
              <a:spcAft>
                <a:spcPts val="1600"/>
              </a:spcAft>
              <a:buClr>
                <a:schemeClr val="dk2"/>
              </a:buClr>
              <a:buSzPts val="1100"/>
              <a:buFont typeface="Nunito"/>
              <a:buChar char="■"/>
              <a:defRPr sz="1100">
                <a:solidFill>
                  <a:schemeClr val="dk2"/>
                </a:solidFill>
                <a:latin typeface="Nunito"/>
                <a:ea typeface="Nunito"/>
                <a:cs typeface="Nunito"/>
                <a:sym typeface="Nunito"/>
              </a:defRPr>
            </a:lvl6pPr>
            <a:lvl7pPr lvl="6">
              <a:lnSpc>
                <a:spcPct val="115000"/>
              </a:lnSpc>
              <a:spcBef>
                <a:spcPts val="0"/>
              </a:spcBef>
              <a:spcAft>
                <a:spcPts val="1600"/>
              </a:spcAft>
              <a:buClr>
                <a:schemeClr val="dk2"/>
              </a:buClr>
              <a:buSzPts val="1100"/>
              <a:buFont typeface="Nunito"/>
              <a:buChar char="●"/>
              <a:defRPr sz="1100">
                <a:solidFill>
                  <a:schemeClr val="dk2"/>
                </a:solidFill>
                <a:latin typeface="Nunito"/>
                <a:ea typeface="Nunito"/>
                <a:cs typeface="Nunito"/>
                <a:sym typeface="Nunito"/>
              </a:defRPr>
            </a:lvl7pPr>
            <a:lvl8pPr lvl="7">
              <a:lnSpc>
                <a:spcPct val="115000"/>
              </a:lnSpc>
              <a:spcBef>
                <a:spcPts val="0"/>
              </a:spcBef>
              <a:spcAft>
                <a:spcPts val="1600"/>
              </a:spcAft>
              <a:buClr>
                <a:schemeClr val="dk2"/>
              </a:buClr>
              <a:buSzPts val="1100"/>
              <a:buFont typeface="Nunito"/>
              <a:buChar char="○"/>
              <a:defRPr sz="1100">
                <a:solidFill>
                  <a:schemeClr val="dk2"/>
                </a:solidFill>
                <a:latin typeface="Nunito"/>
                <a:ea typeface="Nunito"/>
                <a:cs typeface="Nunito"/>
                <a:sym typeface="Nunito"/>
              </a:defRPr>
            </a:lvl8pPr>
            <a:lvl9pPr lvl="8">
              <a:lnSpc>
                <a:spcPct val="115000"/>
              </a:lnSpc>
              <a:spcBef>
                <a:spcPts val="0"/>
              </a:spcBef>
              <a:spcAft>
                <a:spcPts val="1600"/>
              </a:spcAft>
              <a:buClr>
                <a:schemeClr val="dk2"/>
              </a:buClr>
              <a:buSzPts val="1100"/>
              <a:buFont typeface="Nunito"/>
              <a:buChar char="■"/>
              <a:defRPr sz="1100">
                <a:solidFill>
                  <a:schemeClr val="dk2"/>
                </a:solidFill>
                <a:latin typeface="Nunito"/>
                <a:ea typeface="Nunito"/>
                <a:cs typeface="Nunito"/>
                <a:sym typeface="Nunito"/>
              </a:defRPr>
            </a:lvl9pPr>
          </a:lstStyle>
          <a:p/>
        </p:txBody>
      </p:sp>
      <p:sp>
        <p:nvSpPr>
          <p:cNvPr id="8" name="Shape 8"/>
          <p:cNvSpPr txBox="1"/>
          <p:nvPr>
            <p:ph idx="12" type="sldNum"/>
          </p:nvPr>
        </p:nvSpPr>
        <p:spPr>
          <a:xfrm>
            <a:off x="8451046" y="4736976"/>
            <a:ext cx="548700" cy="393600"/>
          </a:xfrm>
          <a:prstGeom prst="rect">
            <a:avLst/>
          </a:prstGeom>
          <a:noFill/>
          <a:ln>
            <a:noFill/>
          </a:ln>
        </p:spPr>
        <p:txBody>
          <a:bodyPr anchorCtr="0" anchor="ctr" bIns="91425" lIns="91425" rIns="91425" wrap="square" tIns="91425">
            <a:noAutofit/>
          </a:bodyPr>
          <a:lstStyle/>
          <a:p>
            <a:pPr indent="0" lvl="0" marL="0" algn="r">
              <a:spcBef>
                <a:spcPts val="0"/>
              </a:spcBef>
              <a:buNone/>
            </a:pPr>
            <a:fld id="{00000000-1234-1234-1234-123412341234}" type="slidenum">
              <a:rPr lang="en" sz="900">
                <a:solidFill>
                  <a:schemeClr val="dk2"/>
                </a:solidFill>
                <a:latin typeface="Nunito"/>
                <a:ea typeface="Nunito"/>
                <a:cs typeface="Nunito"/>
                <a:sym typeface="Nunito"/>
              </a:rPr>
              <a:t>‹#›</a:t>
            </a:fld>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p:titleStyle>
    <p:body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image" Target="../media/image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7.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10.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 Id="rId3" Type="http://schemas.openxmlformats.org/officeDocument/2006/relationships/image" Target="../media/image5.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8.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 Id="rId3" Type="http://schemas.openxmlformats.org/officeDocument/2006/relationships/image" Target="../media/image6.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 Id="rId3" Type="http://schemas.openxmlformats.org/officeDocument/2006/relationships/image" Target="../media/image1.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 Id="rId3" Type="http://schemas.openxmlformats.org/officeDocument/2006/relationships/image" Target="../media/image9.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 Id="rId3" Type="http://schemas.openxmlformats.org/officeDocument/2006/relationships/image" Target="../media/image3.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 Id="rId3" Type="http://schemas.openxmlformats.org/officeDocument/2006/relationships/image" Target="../media/image2.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76" name="Shape 276"/>
        <p:cNvGrpSpPr/>
        <p:nvPr/>
      </p:nvGrpSpPr>
      <p:grpSpPr>
        <a:xfrm>
          <a:off x="0" y="0"/>
          <a:ext cx="0" cy="0"/>
          <a:chOff x="0" y="0"/>
          <a:chExt cx="0" cy="0"/>
        </a:xfrm>
      </p:grpSpPr>
      <p:sp>
        <p:nvSpPr>
          <p:cNvPr id="277" name="Shape 277"/>
          <p:cNvSpPr txBox="1"/>
          <p:nvPr>
            <p:ph type="ctrTitle"/>
          </p:nvPr>
        </p:nvSpPr>
        <p:spPr>
          <a:xfrm>
            <a:off x="824000" y="1613825"/>
            <a:ext cx="4608000" cy="1872900"/>
          </a:xfrm>
          <a:prstGeom prst="rect">
            <a:avLst/>
          </a:prstGeom>
        </p:spPr>
        <p:txBody>
          <a:bodyPr anchorCtr="0" anchor="ctr" bIns="91425" lIns="91425" rIns="91425" wrap="square" tIns="91425">
            <a:noAutofit/>
          </a:bodyPr>
          <a:lstStyle/>
          <a:p>
            <a:pPr indent="0" lvl="0" marL="0">
              <a:spcBef>
                <a:spcPts val="0"/>
              </a:spcBef>
              <a:buNone/>
            </a:pPr>
            <a:r>
              <a:rPr lang="en" sz="4800"/>
              <a:t>GAMING GURU</a:t>
            </a:r>
          </a:p>
          <a:p>
            <a:pPr indent="0" lvl="0" marL="0">
              <a:spcBef>
                <a:spcPts val="0"/>
              </a:spcBef>
              <a:buNone/>
            </a:pPr>
            <a:r>
              <a:rPr lang="en" sz="1800"/>
              <a:t>EC327 Fall 2017 Final Project</a:t>
            </a:r>
          </a:p>
          <a:p>
            <a:pPr indent="0" lvl="0" marL="0">
              <a:spcBef>
                <a:spcPts val="0"/>
              </a:spcBef>
              <a:buNone/>
            </a:pPr>
            <a:r>
              <a:rPr lang="en" sz="1800"/>
              <a:t>Team “Everybody Hates Chris”</a:t>
            </a:r>
          </a:p>
        </p:txBody>
      </p:sp>
      <p:sp>
        <p:nvSpPr>
          <p:cNvPr id="278" name="Shape 278"/>
          <p:cNvSpPr txBox="1"/>
          <p:nvPr>
            <p:ph idx="1" type="subTitle"/>
          </p:nvPr>
        </p:nvSpPr>
        <p:spPr>
          <a:xfrm>
            <a:off x="824000" y="3596300"/>
            <a:ext cx="5035800" cy="695400"/>
          </a:xfrm>
          <a:prstGeom prst="rect">
            <a:avLst/>
          </a:prstGeom>
        </p:spPr>
        <p:txBody>
          <a:bodyPr anchorCtr="0" anchor="t" bIns="91425" lIns="91425" rIns="91425" wrap="square" tIns="91425">
            <a:noAutofit/>
          </a:bodyPr>
          <a:lstStyle/>
          <a:p>
            <a:pPr indent="0" lvl="0" marL="0" rtl="0">
              <a:lnSpc>
                <a:spcPct val="115000"/>
              </a:lnSpc>
              <a:spcBef>
                <a:spcPts val="0"/>
              </a:spcBef>
              <a:buNone/>
            </a:pPr>
            <a:r>
              <a:rPr lang="en"/>
              <a:t>Sylvia Baeyens, Drew Boodhan, Gerard Devlin, Christopher Jung, Noah Malhi, Brian Xu</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82" name="Shape 282"/>
        <p:cNvGrpSpPr/>
        <p:nvPr/>
      </p:nvGrpSpPr>
      <p:grpSpPr>
        <a:xfrm>
          <a:off x="0" y="0"/>
          <a:ext cx="0" cy="0"/>
          <a:chOff x="0" y="0"/>
          <a:chExt cx="0" cy="0"/>
        </a:xfrm>
      </p:grpSpPr>
      <p:sp>
        <p:nvSpPr>
          <p:cNvPr id="283" name="Shape 283"/>
          <p:cNvSpPr txBox="1"/>
          <p:nvPr>
            <p:ph type="title"/>
          </p:nvPr>
        </p:nvSpPr>
        <p:spPr>
          <a:xfrm>
            <a:off x="824000" y="1613825"/>
            <a:ext cx="5857800" cy="1872900"/>
          </a:xfrm>
          <a:prstGeom prst="rect">
            <a:avLst/>
          </a:prstGeom>
        </p:spPr>
        <p:txBody>
          <a:bodyPr anchorCtr="0" anchor="ctr" bIns="91425" lIns="91425" rIns="91425" wrap="square" tIns="91425">
            <a:noAutofit/>
          </a:bodyPr>
          <a:lstStyle/>
          <a:p>
            <a:pPr indent="0" lvl="0" marL="0">
              <a:spcBef>
                <a:spcPts val="0"/>
              </a:spcBef>
              <a:buNone/>
            </a:pPr>
            <a:r>
              <a:rPr lang="en"/>
              <a:t>Main Screen</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87" name="Shape 287"/>
        <p:cNvGrpSpPr/>
        <p:nvPr/>
      </p:nvGrpSpPr>
      <p:grpSpPr>
        <a:xfrm>
          <a:off x="0" y="0"/>
          <a:ext cx="0" cy="0"/>
          <a:chOff x="0" y="0"/>
          <a:chExt cx="0" cy="0"/>
        </a:xfrm>
      </p:grpSpPr>
      <p:sp>
        <p:nvSpPr>
          <p:cNvPr id="288" name="Shape 288"/>
          <p:cNvSpPr txBox="1"/>
          <p:nvPr>
            <p:ph type="title"/>
          </p:nvPr>
        </p:nvSpPr>
        <p:spPr>
          <a:xfrm>
            <a:off x="1303800" y="598575"/>
            <a:ext cx="3312000" cy="1590000"/>
          </a:xfrm>
          <a:prstGeom prst="rect">
            <a:avLst/>
          </a:prstGeom>
        </p:spPr>
        <p:txBody>
          <a:bodyPr anchorCtr="0" anchor="t" bIns="91425" lIns="91425" rIns="91425" wrap="square" tIns="91425">
            <a:noAutofit/>
          </a:bodyPr>
          <a:lstStyle/>
          <a:p>
            <a:pPr indent="0" lvl="0" marL="0">
              <a:spcBef>
                <a:spcPts val="0"/>
              </a:spcBef>
              <a:buNone/>
            </a:pPr>
            <a:r>
              <a:rPr lang="en"/>
              <a:t>The Main Screen</a:t>
            </a:r>
          </a:p>
        </p:txBody>
      </p:sp>
      <p:sp>
        <p:nvSpPr>
          <p:cNvPr id="289" name="Shape 289"/>
          <p:cNvSpPr txBox="1"/>
          <p:nvPr>
            <p:ph idx="1" type="body"/>
          </p:nvPr>
        </p:nvSpPr>
        <p:spPr>
          <a:xfrm>
            <a:off x="1303800" y="1371300"/>
            <a:ext cx="3312000" cy="3160200"/>
          </a:xfrm>
          <a:prstGeom prst="rect">
            <a:avLst/>
          </a:prstGeom>
        </p:spPr>
        <p:txBody>
          <a:bodyPr anchorCtr="0" anchor="t" bIns="91425" lIns="91425" rIns="91425" wrap="square" tIns="91425">
            <a:noAutofit/>
          </a:bodyPr>
          <a:lstStyle/>
          <a:p>
            <a:pPr indent="-311150" lvl="0" marL="457200" rtl="0">
              <a:spcBef>
                <a:spcPts val="0"/>
              </a:spcBef>
              <a:spcAft>
                <a:spcPts val="0"/>
              </a:spcAft>
              <a:buSzPts val="1300"/>
              <a:buChar char="●"/>
            </a:pPr>
            <a:r>
              <a:rPr lang="en"/>
              <a:t>The main screen displays the three gaming options: Tic Tac Toe, Rock-Paper-Scissors, and Snake. </a:t>
            </a:r>
          </a:p>
          <a:p>
            <a:pPr indent="-311150" lvl="0" marL="457200" rtl="0">
              <a:spcBef>
                <a:spcPts val="0"/>
              </a:spcBef>
              <a:spcAft>
                <a:spcPts val="0"/>
              </a:spcAft>
              <a:buSzPts val="1300"/>
              <a:buChar char="●"/>
            </a:pPr>
            <a:r>
              <a:rPr lang="en"/>
              <a:t>The user can interact with the app by clicking on one of these buttons.</a:t>
            </a:r>
          </a:p>
          <a:p>
            <a:pPr indent="-311150" lvl="0" marL="457200">
              <a:spcBef>
                <a:spcPts val="0"/>
              </a:spcBef>
              <a:buSzPts val="1300"/>
              <a:buChar char="●"/>
            </a:pPr>
            <a:r>
              <a:rPr lang="en"/>
              <a:t>Clicking on one of the buttons will redirect the user to the game which they selected.</a:t>
            </a:r>
          </a:p>
        </p:txBody>
      </p:sp>
      <p:pic>
        <p:nvPicPr>
          <p:cNvPr id="290" name="Shape 290"/>
          <p:cNvPicPr preferRelativeResize="0"/>
          <p:nvPr/>
        </p:nvPicPr>
        <p:blipFill>
          <a:blip r:embed="rId3">
            <a:alphaModFix/>
          </a:blip>
          <a:stretch>
            <a:fillRect/>
          </a:stretch>
        </p:blipFill>
        <p:spPr>
          <a:xfrm>
            <a:off x="5707625" y="152400"/>
            <a:ext cx="2352818" cy="48387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94" name="Shape 294"/>
        <p:cNvGrpSpPr/>
        <p:nvPr/>
      </p:nvGrpSpPr>
      <p:grpSpPr>
        <a:xfrm>
          <a:off x="0" y="0"/>
          <a:ext cx="0" cy="0"/>
          <a:chOff x="0" y="0"/>
          <a:chExt cx="0" cy="0"/>
        </a:xfrm>
      </p:grpSpPr>
      <p:sp>
        <p:nvSpPr>
          <p:cNvPr id="295" name="Shape 295"/>
          <p:cNvSpPr txBox="1"/>
          <p:nvPr>
            <p:ph type="title"/>
          </p:nvPr>
        </p:nvSpPr>
        <p:spPr>
          <a:xfrm>
            <a:off x="824000" y="1613825"/>
            <a:ext cx="5857800" cy="1872900"/>
          </a:xfrm>
          <a:prstGeom prst="rect">
            <a:avLst/>
          </a:prstGeom>
        </p:spPr>
        <p:txBody>
          <a:bodyPr anchorCtr="0" anchor="ctr" bIns="91425" lIns="91425" rIns="91425" wrap="square" tIns="91425">
            <a:noAutofit/>
          </a:bodyPr>
          <a:lstStyle/>
          <a:p>
            <a:pPr indent="0" lvl="0" marL="0">
              <a:spcBef>
                <a:spcPts val="0"/>
              </a:spcBef>
              <a:buNone/>
            </a:pPr>
            <a:r>
              <a:rPr lang="en"/>
              <a:t>Tic Tac Toe</a:t>
            </a: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299" name="Shape 299"/>
        <p:cNvGrpSpPr/>
        <p:nvPr/>
      </p:nvGrpSpPr>
      <p:grpSpPr>
        <a:xfrm>
          <a:off x="0" y="0"/>
          <a:ext cx="0" cy="0"/>
          <a:chOff x="0" y="0"/>
          <a:chExt cx="0" cy="0"/>
        </a:xfrm>
      </p:grpSpPr>
      <p:sp>
        <p:nvSpPr>
          <p:cNvPr id="300" name="Shape 300"/>
          <p:cNvSpPr txBox="1"/>
          <p:nvPr>
            <p:ph type="title"/>
          </p:nvPr>
        </p:nvSpPr>
        <p:spPr>
          <a:xfrm>
            <a:off x="1303800" y="598575"/>
            <a:ext cx="3312000" cy="968100"/>
          </a:xfrm>
          <a:prstGeom prst="rect">
            <a:avLst/>
          </a:prstGeom>
        </p:spPr>
        <p:txBody>
          <a:bodyPr anchorCtr="0" anchor="t" bIns="91425" lIns="91425" rIns="91425" wrap="square" tIns="91425">
            <a:noAutofit/>
          </a:bodyPr>
          <a:lstStyle/>
          <a:p>
            <a:pPr indent="0" lvl="0" marL="0">
              <a:spcBef>
                <a:spcPts val="0"/>
              </a:spcBef>
              <a:buNone/>
            </a:pPr>
            <a:r>
              <a:rPr lang="en"/>
              <a:t>Tic Tac Toe - starting the game</a:t>
            </a:r>
          </a:p>
        </p:txBody>
      </p:sp>
      <p:sp>
        <p:nvSpPr>
          <p:cNvPr id="301" name="Shape 301"/>
          <p:cNvSpPr txBox="1"/>
          <p:nvPr>
            <p:ph idx="1" type="body"/>
          </p:nvPr>
        </p:nvSpPr>
        <p:spPr>
          <a:xfrm>
            <a:off x="1303800" y="1650325"/>
            <a:ext cx="3312000" cy="2881200"/>
          </a:xfrm>
          <a:prstGeom prst="rect">
            <a:avLst/>
          </a:prstGeom>
        </p:spPr>
        <p:txBody>
          <a:bodyPr anchorCtr="0" anchor="t" bIns="91425" lIns="91425" rIns="91425" wrap="square" tIns="91425">
            <a:noAutofit/>
          </a:bodyPr>
          <a:lstStyle/>
          <a:p>
            <a:pPr indent="-311150" lvl="0" marL="457200" rtl="0">
              <a:spcBef>
                <a:spcPts val="0"/>
              </a:spcBef>
              <a:spcAft>
                <a:spcPts val="0"/>
              </a:spcAft>
              <a:buSzPts val="1300"/>
              <a:buChar char="●"/>
            </a:pPr>
            <a:r>
              <a:rPr lang="en"/>
              <a:t>Clicking on the Tic Tac Toe button brings the user to this screen.</a:t>
            </a:r>
          </a:p>
          <a:p>
            <a:pPr indent="-311150" lvl="0" marL="457200" rtl="0">
              <a:spcBef>
                <a:spcPts val="0"/>
              </a:spcBef>
              <a:spcAft>
                <a:spcPts val="0"/>
              </a:spcAft>
              <a:buSzPts val="1300"/>
              <a:buChar char="●"/>
            </a:pPr>
            <a:r>
              <a:rPr lang="en"/>
              <a:t>Tic Tac Toe is a two player game. The top of the screen indicates which player is allowed to go.</a:t>
            </a:r>
          </a:p>
          <a:p>
            <a:pPr indent="-311150" lvl="0" marL="457200" rtl="0">
              <a:spcBef>
                <a:spcPts val="0"/>
              </a:spcBef>
              <a:spcAft>
                <a:spcPts val="0"/>
              </a:spcAft>
              <a:buSzPts val="1300"/>
              <a:buChar char="●"/>
            </a:pPr>
            <a:r>
              <a:rPr lang="en"/>
              <a:t>The user selects one of the grey buttons.</a:t>
            </a:r>
          </a:p>
          <a:p>
            <a:pPr indent="-311150" lvl="0" marL="457200">
              <a:spcBef>
                <a:spcPts val="0"/>
              </a:spcBef>
              <a:buSzPts val="1300"/>
              <a:buChar char="●"/>
            </a:pPr>
            <a:r>
              <a:rPr lang="en"/>
              <a:t>Clicking on one of the buttons will cause it to display an X (for Player 1) or an O (for Player 2)</a:t>
            </a:r>
          </a:p>
        </p:txBody>
      </p:sp>
      <p:pic>
        <p:nvPicPr>
          <p:cNvPr id="302" name="Shape 302"/>
          <p:cNvPicPr preferRelativeResize="0"/>
          <p:nvPr/>
        </p:nvPicPr>
        <p:blipFill>
          <a:blip r:embed="rId3">
            <a:alphaModFix/>
          </a:blip>
          <a:stretch>
            <a:fillRect/>
          </a:stretch>
        </p:blipFill>
        <p:spPr>
          <a:xfrm>
            <a:off x="5549475" y="152400"/>
            <a:ext cx="2352818" cy="48387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06" name="Shape 306"/>
        <p:cNvGrpSpPr/>
        <p:nvPr/>
      </p:nvGrpSpPr>
      <p:grpSpPr>
        <a:xfrm>
          <a:off x="0" y="0"/>
          <a:ext cx="0" cy="0"/>
          <a:chOff x="0" y="0"/>
          <a:chExt cx="0" cy="0"/>
        </a:xfrm>
      </p:grpSpPr>
      <p:sp>
        <p:nvSpPr>
          <p:cNvPr id="307" name="Shape 307"/>
          <p:cNvSpPr txBox="1"/>
          <p:nvPr>
            <p:ph type="title"/>
          </p:nvPr>
        </p:nvSpPr>
        <p:spPr>
          <a:xfrm>
            <a:off x="4921925" y="607875"/>
            <a:ext cx="3312000" cy="1590000"/>
          </a:xfrm>
          <a:prstGeom prst="rect">
            <a:avLst/>
          </a:prstGeom>
        </p:spPr>
        <p:txBody>
          <a:bodyPr anchorCtr="0" anchor="t" bIns="91425" lIns="91425" rIns="91425" wrap="square" tIns="91425">
            <a:noAutofit/>
          </a:bodyPr>
          <a:lstStyle/>
          <a:p>
            <a:pPr indent="0" lvl="0" marL="0">
              <a:spcBef>
                <a:spcPts val="0"/>
              </a:spcBef>
              <a:buNone/>
            </a:pPr>
            <a:r>
              <a:rPr lang="en"/>
              <a:t>Tic Tac Toe-</a:t>
            </a:r>
          </a:p>
          <a:p>
            <a:pPr indent="0" lvl="0" marL="0">
              <a:spcBef>
                <a:spcPts val="0"/>
              </a:spcBef>
              <a:buNone/>
            </a:pPr>
            <a:r>
              <a:rPr lang="en"/>
              <a:t>Playing the game</a:t>
            </a:r>
          </a:p>
        </p:txBody>
      </p:sp>
      <p:sp>
        <p:nvSpPr>
          <p:cNvPr id="308" name="Shape 308"/>
          <p:cNvSpPr txBox="1"/>
          <p:nvPr>
            <p:ph idx="1" type="body"/>
          </p:nvPr>
        </p:nvSpPr>
        <p:spPr>
          <a:xfrm>
            <a:off x="4921925" y="1817750"/>
            <a:ext cx="3312000" cy="2778900"/>
          </a:xfrm>
          <a:prstGeom prst="rect">
            <a:avLst/>
          </a:prstGeom>
        </p:spPr>
        <p:txBody>
          <a:bodyPr anchorCtr="0" anchor="t" bIns="91425" lIns="91425" rIns="91425" wrap="square" tIns="91425">
            <a:noAutofit/>
          </a:bodyPr>
          <a:lstStyle/>
          <a:p>
            <a:pPr indent="-311150" lvl="0" marL="457200" rtl="0">
              <a:spcBef>
                <a:spcPts val="0"/>
              </a:spcBef>
              <a:spcAft>
                <a:spcPts val="0"/>
              </a:spcAft>
              <a:buSzPts val="1300"/>
              <a:buChar char="●"/>
            </a:pPr>
            <a:r>
              <a:rPr lang="en"/>
              <a:t>The objective of this game is to get three of the same symbols in a row. </a:t>
            </a:r>
          </a:p>
          <a:p>
            <a:pPr indent="-311150" lvl="0" marL="457200">
              <a:spcBef>
                <a:spcPts val="0"/>
              </a:spcBef>
              <a:buSzPts val="1300"/>
              <a:buChar char="●"/>
            </a:pPr>
            <a:r>
              <a:rPr lang="en"/>
              <a:t>This screenshot shows Player 2 (indicated by Os) winning the game. </a:t>
            </a:r>
          </a:p>
        </p:txBody>
      </p:sp>
      <p:pic>
        <p:nvPicPr>
          <p:cNvPr id="309" name="Shape 309"/>
          <p:cNvPicPr preferRelativeResize="0"/>
          <p:nvPr/>
        </p:nvPicPr>
        <p:blipFill>
          <a:blip r:embed="rId3">
            <a:alphaModFix/>
          </a:blip>
          <a:stretch>
            <a:fillRect/>
          </a:stretch>
        </p:blipFill>
        <p:spPr>
          <a:xfrm>
            <a:off x="1594075" y="152400"/>
            <a:ext cx="2352818" cy="48387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13" name="Shape 313"/>
        <p:cNvGrpSpPr/>
        <p:nvPr/>
      </p:nvGrpSpPr>
      <p:grpSpPr>
        <a:xfrm>
          <a:off x="0" y="0"/>
          <a:ext cx="0" cy="0"/>
          <a:chOff x="0" y="0"/>
          <a:chExt cx="0" cy="0"/>
        </a:xfrm>
      </p:grpSpPr>
      <p:sp>
        <p:nvSpPr>
          <p:cNvPr id="314" name="Shape 314"/>
          <p:cNvSpPr txBox="1"/>
          <p:nvPr>
            <p:ph type="title"/>
          </p:nvPr>
        </p:nvSpPr>
        <p:spPr>
          <a:xfrm>
            <a:off x="1303800" y="598575"/>
            <a:ext cx="3312000" cy="1590000"/>
          </a:xfrm>
          <a:prstGeom prst="rect">
            <a:avLst/>
          </a:prstGeom>
        </p:spPr>
        <p:txBody>
          <a:bodyPr anchorCtr="0" anchor="t" bIns="91425" lIns="91425" rIns="91425" wrap="square" tIns="91425">
            <a:noAutofit/>
          </a:bodyPr>
          <a:lstStyle/>
          <a:p>
            <a:pPr indent="0" lvl="0" marL="0">
              <a:spcBef>
                <a:spcPts val="0"/>
              </a:spcBef>
              <a:buNone/>
            </a:pPr>
            <a:r>
              <a:rPr lang="en"/>
              <a:t>Tic Tac Toe-</a:t>
            </a:r>
          </a:p>
          <a:p>
            <a:pPr indent="0" lvl="0" marL="0">
              <a:spcBef>
                <a:spcPts val="0"/>
              </a:spcBef>
              <a:buNone/>
            </a:pPr>
            <a:r>
              <a:rPr lang="en"/>
              <a:t>Ending the game</a:t>
            </a:r>
          </a:p>
        </p:txBody>
      </p:sp>
      <p:sp>
        <p:nvSpPr>
          <p:cNvPr id="315" name="Shape 315"/>
          <p:cNvSpPr txBox="1"/>
          <p:nvPr>
            <p:ph idx="1" type="body"/>
          </p:nvPr>
        </p:nvSpPr>
        <p:spPr>
          <a:xfrm>
            <a:off x="1303800" y="1706125"/>
            <a:ext cx="3312000" cy="2825400"/>
          </a:xfrm>
          <a:prstGeom prst="rect">
            <a:avLst/>
          </a:prstGeom>
        </p:spPr>
        <p:txBody>
          <a:bodyPr anchorCtr="0" anchor="t" bIns="91425" lIns="91425" rIns="91425" wrap="square" tIns="91425">
            <a:noAutofit/>
          </a:bodyPr>
          <a:lstStyle/>
          <a:p>
            <a:pPr indent="-311150" lvl="0" marL="457200" rtl="0">
              <a:spcBef>
                <a:spcPts val="0"/>
              </a:spcBef>
              <a:spcAft>
                <a:spcPts val="0"/>
              </a:spcAft>
              <a:buSzPts val="1300"/>
              <a:buChar char="●"/>
            </a:pPr>
            <a:r>
              <a:rPr lang="en"/>
              <a:t>The game ends when a player wins or when there is a tie.</a:t>
            </a:r>
          </a:p>
          <a:p>
            <a:pPr indent="-311150" lvl="0" marL="457200" rtl="0">
              <a:spcBef>
                <a:spcPts val="0"/>
              </a:spcBef>
              <a:spcAft>
                <a:spcPts val="0"/>
              </a:spcAft>
              <a:buSzPts val="1300"/>
              <a:buChar char="●"/>
            </a:pPr>
            <a:r>
              <a:rPr lang="en"/>
              <a:t>A tie occurs when all spaces (buttons) have been clicked by either player.</a:t>
            </a:r>
          </a:p>
          <a:p>
            <a:pPr indent="-311150" lvl="0" marL="457200" rtl="0">
              <a:spcBef>
                <a:spcPts val="0"/>
              </a:spcBef>
              <a:spcAft>
                <a:spcPts val="0"/>
              </a:spcAft>
              <a:buSzPts val="1300"/>
              <a:buChar char="●"/>
            </a:pPr>
            <a:r>
              <a:rPr lang="en"/>
              <a:t>The result of the game is displayed at the bottom of the screen.</a:t>
            </a:r>
          </a:p>
          <a:p>
            <a:pPr indent="-311150" lvl="0" marL="457200">
              <a:spcBef>
                <a:spcPts val="0"/>
              </a:spcBef>
              <a:buSzPts val="1300"/>
              <a:buChar char="●"/>
            </a:pPr>
            <a:r>
              <a:rPr lang="en"/>
              <a:t>Once the game ends, the user has the option of restarting the game or quitting and returning to the home menu. These options are shown as buttons on top of the screen.</a:t>
            </a:r>
          </a:p>
        </p:txBody>
      </p:sp>
      <p:pic>
        <p:nvPicPr>
          <p:cNvPr id="316" name="Shape 316"/>
          <p:cNvPicPr preferRelativeResize="0"/>
          <p:nvPr/>
        </p:nvPicPr>
        <p:blipFill>
          <a:blip r:embed="rId3">
            <a:alphaModFix/>
          </a:blip>
          <a:stretch>
            <a:fillRect/>
          </a:stretch>
        </p:blipFill>
        <p:spPr>
          <a:xfrm>
            <a:off x="5549500" y="152400"/>
            <a:ext cx="2352818" cy="48387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20" name="Shape 320"/>
        <p:cNvGrpSpPr/>
        <p:nvPr/>
      </p:nvGrpSpPr>
      <p:grpSpPr>
        <a:xfrm>
          <a:off x="0" y="0"/>
          <a:ext cx="0" cy="0"/>
          <a:chOff x="0" y="0"/>
          <a:chExt cx="0" cy="0"/>
        </a:xfrm>
      </p:grpSpPr>
      <p:sp>
        <p:nvSpPr>
          <p:cNvPr id="321" name="Shape 321"/>
          <p:cNvSpPr txBox="1"/>
          <p:nvPr>
            <p:ph type="title"/>
          </p:nvPr>
        </p:nvSpPr>
        <p:spPr>
          <a:xfrm>
            <a:off x="1303800" y="598575"/>
            <a:ext cx="7030500" cy="999300"/>
          </a:xfrm>
          <a:prstGeom prst="rect">
            <a:avLst/>
          </a:prstGeom>
        </p:spPr>
        <p:txBody>
          <a:bodyPr anchorCtr="0" anchor="t" bIns="91425" lIns="91425" rIns="91425" wrap="square" tIns="91425">
            <a:noAutofit/>
          </a:bodyPr>
          <a:lstStyle/>
          <a:p>
            <a:pPr indent="0" lvl="0" marL="0">
              <a:spcBef>
                <a:spcPts val="0"/>
              </a:spcBef>
              <a:buNone/>
            </a:pPr>
            <a:r>
              <a:rPr i="1" lang="en"/>
              <a:t>How it works….</a:t>
            </a:r>
          </a:p>
        </p:txBody>
      </p:sp>
      <p:sp>
        <p:nvSpPr>
          <p:cNvPr id="322" name="Shape 322"/>
          <p:cNvSpPr txBox="1"/>
          <p:nvPr>
            <p:ph idx="1" type="body"/>
          </p:nvPr>
        </p:nvSpPr>
        <p:spPr>
          <a:xfrm>
            <a:off x="1303800" y="1597875"/>
            <a:ext cx="7030500" cy="2933700"/>
          </a:xfrm>
          <a:prstGeom prst="rect">
            <a:avLst/>
          </a:prstGeom>
        </p:spPr>
        <p:txBody>
          <a:bodyPr anchorCtr="0" anchor="t" bIns="91425" lIns="91425" rIns="91425" wrap="square" tIns="91425">
            <a:noAutofit/>
          </a:bodyPr>
          <a:lstStyle/>
          <a:p>
            <a:pPr indent="-311150" lvl="0" marL="457200" rtl="0">
              <a:spcBef>
                <a:spcPts val="0"/>
              </a:spcBef>
              <a:spcAft>
                <a:spcPts val="0"/>
              </a:spcAft>
              <a:buSzPts val="1300"/>
              <a:buChar char="●"/>
            </a:pPr>
            <a:r>
              <a:rPr lang="en"/>
              <a:t>The main code behind the game of Tic Tac Toe is based off if-else statements.</a:t>
            </a:r>
          </a:p>
          <a:p>
            <a:pPr indent="-311150" lvl="0" marL="457200" rtl="0">
              <a:spcBef>
                <a:spcPts val="0"/>
              </a:spcBef>
              <a:spcAft>
                <a:spcPts val="0"/>
              </a:spcAft>
              <a:buSzPts val="1300"/>
              <a:buChar char="●"/>
            </a:pPr>
            <a:r>
              <a:rPr lang="en"/>
              <a:t>These statements allow for the switching off between player 1 and player 2.</a:t>
            </a:r>
          </a:p>
          <a:p>
            <a:pPr indent="-311150" lvl="0" marL="457200" rtl="0">
              <a:spcBef>
                <a:spcPts val="0"/>
              </a:spcBef>
              <a:spcAft>
                <a:spcPts val="0"/>
              </a:spcAft>
              <a:buSzPts val="1300"/>
              <a:buChar char="●"/>
            </a:pPr>
            <a:r>
              <a:rPr lang="en"/>
              <a:t>All possible outcomes of the game are hard-coded inside if statements.</a:t>
            </a:r>
          </a:p>
          <a:p>
            <a:pPr indent="-311150" lvl="0" marL="457200">
              <a:spcBef>
                <a:spcPts val="0"/>
              </a:spcBef>
              <a:buSzPts val="1300"/>
              <a:buChar char="●"/>
            </a:pPr>
            <a:r>
              <a:rPr lang="en"/>
              <a:t>This allows for the app to display who won, or if there was a tie.</a:t>
            </a: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26" name="Shape 326"/>
        <p:cNvGrpSpPr/>
        <p:nvPr/>
      </p:nvGrpSpPr>
      <p:grpSpPr>
        <a:xfrm>
          <a:off x="0" y="0"/>
          <a:ext cx="0" cy="0"/>
          <a:chOff x="0" y="0"/>
          <a:chExt cx="0" cy="0"/>
        </a:xfrm>
      </p:grpSpPr>
      <p:sp>
        <p:nvSpPr>
          <p:cNvPr id="327" name="Shape 327"/>
          <p:cNvSpPr txBox="1"/>
          <p:nvPr>
            <p:ph type="title"/>
          </p:nvPr>
        </p:nvSpPr>
        <p:spPr>
          <a:xfrm>
            <a:off x="824000" y="1613825"/>
            <a:ext cx="5857800" cy="1872900"/>
          </a:xfrm>
          <a:prstGeom prst="rect">
            <a:avLst/>
          </a:prstGeom>
        </p:spPr>
        <p:txBody>
          <a:bodyPr anchorCtr="0" anchor="ctr" bIns="91425" lIns="91425" rIns="91425" wrap="square" tIns="91425">
            <a:noAutofit/>
          </a:bodyPr>
          <a:lstStyle/>
          <a:p>
            <a:pPr indent="0" lvl="0" marL="0">
              <a:spcBef>
                <a:spcPts val="0"/>
              </a:spcBef>
              <a:buNone/>
            </a:pPr>
            <a:r>
              <a:rPr lang="en"/>
              <a:t>Rock-Paper-Scissors</a:t>
            </a: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31" name="Shape 331"/>
        <p:cNvGrpSpPr/>
        <p:nvPr/>
      </p:nvGrpSpPr>
      <p:grpSpPr>
        <a:xfrm>
          <a:off x="0" y="0"/>
          <a:ext cx="0" cy="0"/>
          <a:chOff x="0" y="0"/>
          <a:chExt cx="0" cy="0"/>
        </a:xfrm>
      </p:grpSpPr>
      <p:sp>
        <p:nvSpPr>
          <p:cNvPr id="332" name="Shape 332"/>
          <p:cNvSpPr txBox="1"/>
          <p:nvPr>
            <p:ph type="title"/>
          </p:nvPr>
        </p:nvSpPr>
        <p:spPr>
          <a:xfrm>
            <a:off x="1303800" y="598575"/>
            <a:ext cx="4035300" cy="1590000"/>
          </a:xfrm>
          <a:prstGeom prst="rect">
            <a:avLst/>
          </a:prstGeom>
        </p:spPr>
        <p:txBody>
          <a:bodyPr anchorCtr="0" anchor="t" bIns="91425" lIns="91425" rIns="91425" wrap="square" tIns="91425">
            <a:noAutofit/>
          </a:bodyPr>
          <a:lstStyle/>
          <a:p>
            <a:pPr indent="0" lvl="0" marL="0">
              <a:spcBef>
                <a:spcPts val="0"/>
              </a:spcBef>
              <a:buNone/>
            </a:pPr>
            <a:r>
              <a:rPr lang="en"/>
              <a:t>Rock-Paper-Scissors:</a:t>
            </a:r>
          </a:p>
          <a:p>
            <a:pPr indent="0" lvl="0" marL="0">
              <a:spcBef>
                <a:spcPts val="0"/>
              </a:spcBef>
              <a:buNone/>
            </a:pPr>
            <a:r>
              <a:rPr lang="en"/>
              <a:t>Starting the game</a:t>
            </a:r>
          </a:p>
        </p:txBody>
      </p:sp>
      <p:sp>
        <p:nvSpPr>
          <p:cNvPr id="333" name="Shape 333"/>
          <p:cNvSpPr txBox="1"/>
          <p:nvPr>
            <p:ph idx="1" type="body"/>
          </p:nvPr>
        </p:nvSpPr>
        <p:spPr>
          <a:xfrm>
            <a:off x="1303800" y="1761950"/>
            <a:ext cx="3728100" cy="2769600"/>
          </a:xfrm>
          <a:prstGeom prst="rect">
            <a:avLst/>
          </a:prstGeom>
        </p:spPr>
        <p:txBody>
          <a:bodyPr anchorCtr="0" anchor="t" bIns="91425" lIns="91425" rIns="91425" wrap="square" tIns="91425">
            <a:noAutofit/>
          </a:bodyPr>
          <a:lstStyle/>
          <a:p>
            <a:pPr indent="-311150" lvl="0" marL="457200" rtl="0">
              <a:spcBef>
                <a:spcPts val="0"/>
              </a:spcBef>
              <a:spcAft>
                <a:spcPts val="0"/>
              </a:spcAft>
              <a:buSzPts val="1300"/>
              <a:buChar char="●"/>
            </a:pPr>
            <a:r>
              <a:rPr lang="en"/>
              <a:t>The user is presented with three options in the form of the three grey buttons presented here in the middle of the screen.</a:t>
            </a:r>
          </a:p>
          <a:p>
            <a:pPr indent="-311150" lvl="0" marL="457200" rtl="0">
              <a:spcBef>
                <a:spcPts val="0"/>
              </a:spcBef>
              <a:spcAft>
                <a:spcPts val="0"/>
              </a:spcAft>
              <a:buSzPts val="1300"/>
              <a:buChar char="●"/>
            </a:pPr>
            <a:r>
              <a:rPr lang="en"/>
              <a:t>The game is played against the computer. Only one user is necessary.</a:t>
            </a:r>
          </a:p>
          <a:p>
            <a:pPr indent="-311150" lvl="0" marL="457200" rtl="0">
              <a:spcBef>
                <a:spcPts val="0"/>
              </a:spcBef>
              <a:buSzPts val="1300"/>
              <a:buChar char="●"/>
            </a:pPr>
            <a:r>
              <a:rPr lang="en"/>
              <a:t>User input, in the form of clicking one of the three buttons, is required in order to start the game.</a:t>
            </a:r>
          </a:p>
        </p:txBody>
      </p:sp>
      <p:pic>
        <p:nvPicPr>
          <p:cNvPr id="334" name="Shape 334"/>
          <p:cNvPicPr preferRelativeResize="0"/>
          <p:nvPr/>
        </p:nvPicPr>
        <p:blipFill>
          <a:blip r:embed="rId3">
            <a:alphaModFix/>
          </a:blip>
          <a:stretch>
            <a:fillRect/>
          </a:stretch>
        </p:blipFill>
        <p:spPr>
          <a:xfrm>
            <a:off x="6068175" y="152400"/>
            <a:ext cx="2352818" cy="48387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38" name="Shape 338"/>
        <p:cNvGrpSpPr/>
        <p:nvPr/>
      </p:nvGrpSpPr>
      <p:grpSpPr>
        <a:xfrm>
          <a:off x="0" y="0"/>
          <a:ext cx="0" cy="0"/>
          <a:chOff x="0" y="0"/>
          <a:chExt cx="0" cy="0"/>
        </a:xfrm>
      </p:grpSpPr>
      <p:sp>
        <p:nvSpPr>
          <p:cNvPr id="339" name="Shape 339"/>
          <p:cNvSpPr txBox="1"/>
          <p:nvPr>
            <p:ph type="title"/>
          </p:nvPr>
        </p:nvSpPr>
        <p:spPr>
          <a:xfrm>
            <a:off x="4650675" y="579975"/>
            <a:ext cx="3880800" cy="1590000"/>
          </a:xfrm>
          <a:prstGeom prst="rect">
            <a:avLst/>
          </a:prstGeom>
        </p:spPr>
        <p:txBody>
          <a:bodyPr anchorCtr="0" anchor="t" bIns="91425" lIns="91425" rIns="91425" wrap="square" tIns="91425">
            <a:noAutofit/>
          </a:bodyPr>
          <a:lstStyle/>
          <a:p>
            <a:pPr indent="0" lvl="0" marL="0">
              <a:spcBef>
                <a:spcPts val="0"/>
              </a:spcBef>
              <a:buNone/>
            </a:pPr>
            <a:r>
              <a:rPr lang="en"/>
              <a:t>Rock-Paper-Scissors:</a:t>
            </a:r>
          </a:p>
          <a:p>
            <a:pPr indent="0" lvl="0" marL="0">
              <a:spcBef>
                <a:spcPts val="0"/>
              </a:spcBef>
              <a:buNone/>
            </a:pPr>
            <a:r>
              <a:rPr lang="en"/>
              <a:t>Playing the game</a:t>
            </a:r>
          </a:p>
        </p:txBody>
      </p:sp>
      <p:sp>
        <p:nvSpPr>
          <p:cNvPr id="340" name="Shape 340"/>
          <p:cNvSpPr txBox="1"/>
          <p:nvPr>
            <p:ph idx="1" type="body"/>
          </p:nvPr>
        </p:nvSpPr>
        <p:spPr>
          <a:xfrm>
            <a:off x="4492550" y="1706125"/>
            <a:ext cx="4038900" cy="2816100"/>
          </a:xfrm>
          <a:prstGeom prst="rect">
            <a:avLst/>
          </a:prstGeom>
        </p:spPr>
        <p:txBody>
          <a:bodyPr anchorCtr="0" anchor="t" bIns="91425" lIns="91425" rIns="91425" wrap="square" tIns="91425">
            <a:noAutofit/>
          </a:bodyPr>
          <a:lstStyle/>
          <a:p>
            <a:pPr indent="-311150" lvl="0" marL="457200" rtl="0">
              <a:spcBef>
                <a:spcPts val="0"/>
              </a:spcBef>
              <a:spcAft>
                <a:spcPts val="0"/>
              </a:spcAft>
              <a:buSzPts val="1300"/>
              <a:buChar char="●"/>
            </a:pPr>
            <a:r>
              <a:rPr lang="en"/>
              <a:t>After the user chooses an option, a randomized option is displayed as the computer’s “choice.”</a:t>
            </a:r>
          </a:p>
          <a:p>
            <a:pPr indent="-311150" lvl="0" marL="457200" rtl="0">
              <a:spcBef>
                <a:spcPts val="0"/>
              </a:spcBef>
              <a:spcAft>
                <a:spcPts val="0"/>
              </a:spcAft>
              <a:buSzPts val="1300"/>
              <a:buChar char="●"/>
            </a:pPr>
            <a:r>
              <a:rPr lang="en"/>
              <a:t>In the displayed scenario, the user chose rock while the computer “chose” paper.</a:t>
            </a:r>
          </a:p>
          <a:p>
            <a:pPr indent="-311150" lvl="0" marL="457200" rtl="0">
              <a:spcBef>
                <a:spcPts val="0"/>
              </a:spcBef>
              <a:spcAft>
                <a:spcPts val="0"/>
              </a:spcAft>
              <a:buSzPts val="1300"/>
              <a:buChar char="●"/>
            </a:pPr>
            <a:r>
              <a:rPr lang="en"/>
              <a:t>The game works in the following way:</a:t>
            </a:r>
          </a:p>
          <a:p>
            <a:pPr indent="-298450" lvl="1" marL="914400" rtl="0">
              <a:spcBef>
                <a:spcPts val="0"/>
              </a:spcBef>
              <a:spcAft>
                <a:spcPts val="0"/>
              </a:spcAft>
              <a:buSzPts val="1100"/>
              <a:buChar char="○"/>
            </a:pPr>
            <a:r>
              <a:rPr lang="en"/>
              <a:t>Rock beats scissors</a:t>
            </a:r>
          </a:p>
          <a:p>
            <a:pPr indent="-298450" lvl="1" marL="914400" rtl="0">
              <a:spcBef>
                <a:spcPts val="0"/>
              </a:spcBef>
              <a:spcAft>
                <a:spcPts val="0"/>
              </a:spcAft>
              <a:buSzPts val="1100"/>
              <a:buChar char="○"/>
            </a:pPr>
            <a:r>
              <a:rPr lang="en"/>
              <a:t>Scissors beats paper</a:t>
            </a:r>
          </a:p>
          <a:p>
            <a:pPr indent="-298450" lvl="1" marL="914400" rtl="0">
              <a:spcBef>
                <a:spcPts val="0"/>
              </a:spcBef>
              <a:spcAft>
                <a:spcPts val="0"/>
              </a:spcAft>
              <a:buSzPts val="1100"/>
              <a:buChar char="○"/>
            </a:pPr>
            <a:r>
              <a:rPr lang="en"/>
              <a:t>Paper beats rock</a:t>
            </a:r>
          </a:p>
          <a:p>
            <a:pPr indent="-311150" lvl="0" marL="457200" rtl="0">
              <a:spcBef>
                <a:spcPts val="0"/>
              </a:spcBef>
              <a:spcAft>
                <a:spcPts val="0"/>
              </a:spcAft>
              <a:buSzPts val="1300"/>
              <a:buChar char="●"/>
            </a:pPr>
            <a:r>
              <a:rPr lang="en"/>
              <a:t>It is possible to tie with the computer.</a:t>
            </a:r>
          </a:p>
          <a:p>
            <a:pPr indent="-311150" lvl="0" marL="457200">
              <a:spcBef>
                <a:spcPts val="0"/>
              </a:spcBef>
              <a:buSzPts val="1300"/>
              <a:buChar char="●"/>
            </a:pPr>
            <a:r>
              <a:rPr lang="en"/>
              <a:t>The screen displays the running tally of user wins, computer wins, and ties</a:t>
            </a:r>
          </a:p>
        </p:txBody>
      </p:sp>
      <p:pic>
        <p:nvPicPr>
          <p:cNvPr id="341" name="Shape 341"/>
          <p:cNvPicPr preferRelativeResize="0"/>
          <p:nvPr/>
        </p:nvPicPr>
        <p:blipFill>
          <a:blip r:embed="rId3">
            <a:alphaModFix/>
          </a:blip>
          <a:stretch>
            <a:fillRect/>
          </a:stretch>
        </p:blipFill>
        <p:spPr>
          <a:xfrm>
            <a:off x="1724275" y="152400"/>
            <a:ext cx="2352818" cy="48387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45" name="Shape 345"/>
        <p:cNvGrpSpPr/>
        <p:nvPr/>
      </p:nvGrpSpPr>
      <p:grpSpPr>
        <a:xfrm>
          <a:off x="0" y="0"/>
          <a:ext cx="0" cy="0"/>
          <a:chOff x="0" y="0"/>
          <a:chExt cx="0" cy="0"/>
        </a:xfrm>
      </p:grpSpPr>
      <p:sp>
        <p:nvSpPr>
          <p:cNvPr id="346" name="Shape 346"/>
          <p:cNvSpPr txBox="1"/>
          <p:nvPr>
            <p:ph type="title"/>
          </p:nvPr>
        </p:nvSpPr>
        <p:spPr>
          <a:xfrm>
            <a:off x="1303800" y="598575"/>
            <a:ext cx="3904800" cy="1590000"/>
          </a:xfrm>
          <a:prstGeom prst="rect">
            <a:avLst/>
          </a:prstGeom>
        </p:spPr>
        <p:txBody>
          <a:bodyPr anchorCtr="0" anchor="t" bIns="91425" lIns="91425" rIns="91425" wrap="square" tIns="91425">
            <a:noAutofit/>
          </a:bodyPr>
          <a:lstStyle/>
          <a:p>
            <a:pPr indent="0" lvl="0" marL="0">
              <a:spcBef>
                <a:spcPts val="0"/>
              </a:spcBef>
              <a:buNone/>
            </a:pPr>
            <a:r>
              <a:rPr lang="en"/>
              <a:t>Rock-Paper-Scissors:</a:t>
            </a:r>
          </a:p>
          <a:p>
            <a:pPr indent="0" lvl="0" marL="0">
              <a:spcBef>
                <a:spcPts val="0"/>
              </a:spcBef>
              <a:buNone/>
            </a:pPr>
            <a:r>
              <a:rPr lang="en"/>
              <a:t>Playing the game</a:t>
            </a:r>
          </a:p>
        </p:txBody>
      </p:sp>
      <p:sp>
        <p:nvSpPr>
          <p:cNvPr id="347" name="Shape 347"/>
          <p:cNvSpPr txBox="1"/>
          <p:nvPr>
            <p:ph idx="1" type="body"/>
          </p:nvPr>
        </p:nvSpPr>
        <p:spPr>
          <a:xfrm>
            <a:off x="1303800" y="1659625"/>
            <a:ext cx="3765300" cy="2871900"/>
          </a:xfrm>
          <a:prstGeom prst="rect">
            <a:avLst/>
          </a:prstGeom>
        </p:spPr>
        <p:txBody>
          <a:bodyPr anchorCtr="0" anchor="t" bIns="91425" lIns="91425" rIns="91425" wrap="square" tIns="91425">
            <a:noAutofit/>
          </a:bodyPr>
          <a:lstStyle/>
          <a:p>
            <a:pPr indent="-311150" lvl="0" marL="457200" rtl="0">
              <a:spcBef>
                <a:spcPts val="0"/>
              </a:spcBef>
              <a:spcAft>
                <a:spcPts val="0"/>
              </a:spcAft>
              <a:buSzPts val="1300"/>
              <a:buChar char="●"/>
            </a:pPr>
            <a:r>
              <a:rPr lang="en"/>
              <a:t>After a round, the user can choose to play again or exit to the main screen. </a:t>
            </a:r>
          </a:p>
          <a:p>
            <a:pPr indent="-311150" lvl="0" marL="457200" rtl="0">
              <a:spcBef>
                <a:spcPts val="0"/>
              </a:spcBef>
              <a:spcAft>
                <a:spcPts val="0"/>
              </a:spcAft>
              <a:buSzPts val="1300"/>
              <a:buChar char="●"/>
            </a:pPr>
            <a:r>
              <a:rPr lang="en"/>
              <a:t>These options are presented after every round. </a:t>
            </a:r>
          </a:p>
          <a:p>
            <a:pPr indent="-311150" lvl="0" marL="457200" rtl="0">
              <a:spcBef>
                <a:spcPts val="0"/>
              </a:spcBef>
              <a:spcAft>
                <a:spcPts val="0"/>
              </a:spcAft>
              <a:buSzPts val="1300"/>
              <a:buChar char="●"/>
            </a:pPr>
            <a:r>
              <a:rPr lang="en"/>
              <a:t>If the user chooses to play again, a running tally will be kept of wins.</a:t>
            </a:r>
          </a:p>
          <a:p>
            <a:pPr indent="-311150" lvl="0" marL="457200">
              <a:spcBef>
                <a:spcPts val="0"/>
              </a:spcBef>
              <a:buSzPts val="1300"/>
              <a:buChar char="●"/>
            </a:pPr>
            <a:r>
              <a:rPr lang="en"/>
              <a:t>The running tally stays even if the user switches to a different game in the app. However, once the user exits out of the app completely, the tally is cleared.</a:t>
            </a:r>
          </a:p>
        </p:txBody>
      </p:sp>
      <p:pic>
        <p:nvPicPr>
          <p:cNvPr id="348" name="Shape 348"/>
          <p:cNvPicPr preferRelativeResize="0"/>
          <p:nvPr/>
        </p:nvPicPr>
        <p:blipFill>
          <a:blip r:embed="rId3">
            <a:alphaModFix/>
          </a:blip>
          <a:stretch>
            <a:fillRect/>
          </a:stretch>
        </p:blipFill>
        <p:spPr>
          <a:xfrm>
            <a:off x="5744800" y="152400"/>
            <a:ext cx="2352818" cy="48387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52" name="Shape 352"/>
        <p:cNvGrpSpPr/>
        <p:nvPr/>
      </p:nvGrpSpPr>
      <p:grpSpPr>
        <a:xfrm>
          <a:off x="0" y="0"/>
          <a:ext cx="0" cy="0"/>
          <a:chOff x="0" y="0"/>
          <a:chExt cx="0" cy="0"/>
        </a:xfrm>
      </p:grpSpPr>
      <p:sp>
        <p:nvSpPr>
          <p:cNvPr id="353" name="Shape 353"/>
          <p:cNvSpPr txBox="1"/>
          <p:nvPr>
            <p:ph type="title"/>
          </p:nvPr>
        </p:nvSpPr>
        <p:spPr>
          <a:xfrm>
            <a:off x="1303800" y="598575"/>
            <a:ext cx="7030500" cy="999300"/>
          </a:xfrm>
          <a:prstGeom prst="rect">
            <a:avLst/>
          </a:prstGeom>
        </p:spPr>
        <p:txBody>
          <a:bodyPr anchorCtr="0" anchor="t" bIns="91425" lIns="91425" rIns="91425" wrap="square" tIns="91425">
            <a:noAutofit/>
          </a:bodyPr>
          <a:lstStyle/>
          <a:p>
            <a:pPr indent="0" lvl="0" marL="0" rtl="0">
              <a:spcBef>
                <a:spcPts val="0"/>
              </a:spcBef>
              <a:buNone/>
            </a:pPr>
            <a:r>
              <a:rPr i="1" lang="en"/>
              <a:t>How it works….</a:t>
            </a:r>
          </a:p>
        </p:txBody>
      </p:sp>
      <p:sp>
        <p:nvSpPr>
          <p:cNvPr id="354" name="Shape 354"/>
          <p:cNvSpPr txBox="1"/>
          <p:nvPr>
            <p:ph idx="1" type="body"/>
          </p:nvPr>
        </p:nvSpPr>
        <p:spPr>
          <a:xfrm>
            <a:off x="1303800" y="1990050"/>
            <a:ext cx="7030500" cy="2541600"/>
          </a:xfrm>
          <a:prstGeom prst="rect">
            <a:avLst/>
          </a:prstGeom>
        </p:spPr>
        <p:txBody>
          <a:bodyPr anchorCtr="0" anchor="t" bIns="91425" lIns="91425" rIns="91425" wrap="square" tIns="91425">
            <a:noAutofit/>
          </a:bodyPr>
          <a:lstStyle/>
          <a:p>
            <a:pPr indent="-311150" lvl="0" marL="457200" rtl="0">
              <a:spcBef>
                <a:spcPts val="0"/>
              </a:spcBef>
              <a:spcAft>
                <a:spcPts val="0"/>
              </a:spcAft>
              <a:buSzPts val="1300"/>
              <a:buChar char="●"/>
            </a:pPr>
            <a:r>
              <a:rPr lang="en"/>
              <a:t>Each button available to the user to make a selection has an identification number (1, 2, or 3)</a:t>
            </a:r>
          </a:p>
          <a:p>
            <a:pPr indent="-311150" lvl="0" marL="457200" rtl="0">
              <a:spcBef>
                <a:spcPts val="0"/>
              </a:spcBef>
              <a:spcAft>
                <a:spcPts val="0"/>
              </a:spcAft>
              <a:buSzPts val="1300"/>
              <a:buChar char="●"/>
            </a:pPr>
            <a:r>
              <a:rPr lang="en"/>
              <a:t>The computer’s choice is determined by generating a random integer between 1 and 3.</a:t>
            </a:r>
          </a:p>
          <a:p>
            <a:pPr indent="-311150" lvl="0" marL="457200" rtl="0">
              <a:spcBef>
                <a:spcPts val="0"/>
              </a:spcBef>
              <a:spcAft>
                <a:spcPts val="0"/>
              </a:spcAft>
              <a:buSzPts val="1300"/>
              <a:buChar char="●"/>
            </a:pPr>
            <a:r>
              <a:rPr lang="en"/>
              <a:t>The application code compares these two numbers with if-else statements.</a:t>
            </a:r>
          </a:p>
          <a:p>
            <a:pPr indent="-311150" lvl="0" marL="457200" rtl="0">
              <a:spcBef>
                <a:spcPts val="0"/>
              </a:spcBef>
              <a:spcAft>
                <a:spcPts val="0"/>
              </a:spcAft>
              <a:buSzPts val="1300"/>
              <a:buChar char="●"/>
            </a:pPr>
            <a:r>
              <a:rPr lang="en"/>
              <a:t>Based on this comparison, a winner (or a tie) is determined.</a:t>
            </a:r>
          </a:p>
          <a:p>
            <a:pPr indent="-311150" lvl="0" marL="457200" rtl="0">
              <a:spcBef>
                <a:spcPts val="0"/>
              </a:spcBef>
              <a:buSzPts val="1300"/>
              <a:buChar char="●"/>
            </a:pPr>
            <a:r>
              <a:rPr lang="en"/>
              <a:t>Static variables are used to keep running tally of score.</a:t>
            </a: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58" name="Shape 358"/>
        <p:cNvGrpSpPr/>
        <p:nvPr/>
      </p:nvGrpSpPr>
      <p:grpSpPr>
        <a:xfrm>
          <a:off x="0" y="0"/>
          <a:ext cx="0" cy="0"/>
          <a:chOff x="0" y="0"/>
          <a:chExt cx="0" cy="0"/>
        </a:xfrm>
      </p:grpSpPr>
      <p:sp>
        <p:nvSpPr>
          <p:cNvPr id="359" name="Shape 359"/>
          <p:cNvSpPr txBox="1"/>
          <p:nvPr>
            <p:ph type="title"/>
          </p:nvPr>
        </p:nvSpPr>
        <p:spPr>
          <a:xfrm>
            <a:off x="824000" y="1613825"/>
            <a:ext cx="5857800" cy="1872900"/>
          </a:xfrm>
          <a:prstGeom prst="rect">
            <a:avLst/>
          </a:prstGeom>
        </p:spPr>
        <p:txBody>
          <a:bodyPr anchorCtr="0" anchor="ctr" bIns="91425" lIns="91425" rIns="91425" wrap="square" tIns="91425">
            <a:noAutofit/>
          </a:bodyPr>
          <a:lstStyle/>
          <a:p>
            <a:pPr indent="0" lvl="0" marL="0">
              <a:spcBef>
                <a:spcPts val="0"/>
              </a:spcBef>
              <a:buNone/>
            </a:pPr>
            <a:r>
              <a:rPr lang="en"/>
              <a:t>Snake</a:t>
            </a: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63" name="Shape 363"/>
        <p:cNvGrpSpPr/>
        <p:nvPr/>
      </p:nvGrpSpPr>
      <p:grpSpPr>
        <a:xfrm>
          <a:off x="0" y="0"/>
          <a:ext cx="0" cy="0"/>
          <a:chOff x="0" y="0"/>
          <a:chExt cx="0" cy="0"/>
        </a:xfrm>
      </p:grpSpPr>
      <p:sp>
        <p:nvSpPr>
          <p:cNvPr id="364" name="Shape 364"/>
          <p:cNvSpPr txBox="1"/>
          <p:nvPr>
            <p:ph type="title"/>
          </p:nvPr>
        </p:nvSpPr>
        <p:spPr>
          <a:xfrm>
            <a:off x="1303800" y="598575"/>
            <a:ext cx="3312000" cy="1590000"/>
          </a:xfrm>
          <a:prstGeom prst="rect">
            <a:avLst/>
          </a:prstGeom>
        </p:spPr>
        <p:txBody>
          <a:bodyPr anchorCtr="0" anchor="t" bIns="91425" lIns="91425" rIns="91425" wrap="square" tIns="91425">
            <a:noAutofit/>
          </a:bodyPr>
          <a:lstStyle/>
          <a:p>
            <a:pPr indent="0" lvl="0" marL="0">
              <a:spcBef>
                <a:spcPts val="0"/>
              </a:spcBef>
              <a:buNone/>
            </a:pPr>
            <a:r>
              <a:rPr lang="en"/>
              <a:t>Snake -</a:t>
            </a:r>
          </a:p>
          <a:p>
            <a:pPr indent="0" lvl="0" marL="0">
              <a:spcBef>
                <a:spcPts val="0"/>
              </a:spcBef>
              <a:buNone/>
            </a:pPr>
            <a:r>
              <a:rPr lang="en"/>
              <a:t>Starting the game</a:t>
            </a:r>
          </a:p>
        </p:txBody>
      </p:sp>
      <p:sp>
        <p:nvSpPr>
          <p:cNvPr id="365" name="Shape 365"/>
          <p:cNvSpPr txBox="1"/>
          <p:nvPr>
            <p:ph idx="1" type="body"/>
          </p:nvPr>
        </p:nvSpPr>
        <p:spPr>
          <a:xfrm>
            <a:off x="1303800" y="1715425"/>
            <a:ext cx="3393300" cy="2816100"/>
          </a:xfrm>
          <a:prstGeom prst="rect">
            <a:avLst/>
          </a:prstGeom>
        </p:spPr>
        <p:txBody>
          <a:bodyPr anchorCtr="0" anchor="t" bIns="91425" lIns="91425" rIns="91425" wrap="square" tIns="91425">
            <a:noAutofit/>
          </a:bodyPr>
          <a:lstStyle/>
          <a:p>
            <a:pPr indent="-311150" lvl="0" marL="457200" rtl="0">
              <a:spcBef>
                <a:spcPts val="0"/>
              </a:spcBef>
              <a:spcAft>
                <a:spcPts val="0"/>
              </a:spcAft>
              <a:buSzPts val="1300"/>
              <a:buChar char="●"/>
            </a:pPr>
            <a:r>
              <a:rPr lang="en"/>
              <a:t>Selecting the Snake button will bring up this screen. </a:t>
            </a:r>
          </a:p>
          <a:p>
            <a:pPr indent="-311150" lvl="0" marL="457200" rtl="0">
              <a:spcBef>
                <a:spcPts val="0"/>
              </a:spcBef>
              <a:spcAft>
                <a:spcPts val="0"/>
              </a:spcAft>
              <a:buSzPts val="1300"/>
              <a:buChar char="●"/>
            </a:pPr>
            <a:r>
              <a:rPr lang="en"/>
              <a:t>The snake is shown as being green; his head, which indicates which direction he is facing, is red.</a:t>
            </a:r>
          </a:p>
          <a:p>
            <a:pPr indent="-311150" lvl="0" marL="457200" rtl="0">
              <a:spcBef>
                <a:spcPts val="0"/>
              </a:spcBef>
              <a:spcAft>
                <a:spcPts val="0"/>
              </a:spcAft>
              <a:buSzPts val="1300"/>
              <a:buChar char="●"/>
            </a:pPr>
            <a:r>
              <a:rPr lang="en"/>
              <a:t>The “food” is blue.</a:t>
            </a:r>
          </a:p>
          <a:p>
            <a:pPr indent="-311150" lvl="0" marL="457200" rtl="0">
              <a:spcBef>
                <a:spcPts val="0"/>
              </a:spcBef>
              <a:buSzPts val="1300"/>
              <a:buChar char="●"/>
            </a:pPr>
            <a:r>
              <a:rPr lang="en"/>
              <a:t>This game can only be played with input from one user.</a:t>
            </a:r>
          </a:p>
        </p:txBody>
      </p:sp>
      <p:pic>
        <p:nvPicPr>
          <p:cNvPr id="366" name="Shape 366"/>
          <p:cNvPicPr preferRelativeResize="0"/>
          <p:nvPr/>
        </p:nvPicPr>
        <p:blipFill>
          <a:blip r:embed="rId3">
            <a:alphaModFix/>
          </a:blip>
          <a:stretch>
            <a:fillRect/>
          </a:stretch>
        </p:blipFill>
        <p:spPr>
          <a:xfrm>
            <a:off x="5679700" y="152400"/>
            <a:ext cx="2352818" cy="48387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70" name="Shape 370"/>
        <p:cNvGrpSpPr/>
        <p:nvPr/>
      </p:nvGrpSpPr>
      <p:grpSpPr>
        <a:xfrm>
          <a:off x="0" y="0"/>
          <a:ext cx="0" cy="0"/>
          <a:chOff x="0" y="0"/>
          <a:chExt cx="0" cy="0"/>
        </a:xfrm>
      </p:grpSpPr>
      <p:sp>
        <p:nvSpPr>
          <p:cNvPr id="371" name="Shape 371"/>
          <p:cNvSpPr txBox="1"/>
          <p:nvPr>
            <p:ph type="title"/>
          </p:nvPr>
        </p:nvSpPr>
        <p:spPr>
          <a:xfrm>
            <a:off x="5284650" y="589275"/>
            <a:ext cx="3312000" cy="1590000"/>
          </a:xfrm>
          <a:prstGeom prst="rect">
            <a:avLst/>
          </a:prstGeom>
        </p:spPr>
        <p:txBody>
          <a:bodyPr anchorCtr="0" anchor="t" bIns="91425" lIns="91425" rIns="91425" wrap="square" tIns="91425">
            <a:noAutofit/>
          </a:bodyPr>
          <a:lstStyle/>
          <a:p>
            <a:pPr indent="0" lvl="0" marL="0">
              <a:spcBef>
                <a:spcPts val="0"/>
              </a:spcBef>
              <a:buNone/>
            </a:pPr>
            <a:r>
              <a:rPr lang="en"/>
              <a:t>Snake-</a:t>
            </a:r>
          </a:p>
          <a:p>
            <a:pPr indent="0" lvl="0" marL="0">
              <a:spcBef>
                <a:spcPts val="0"/>
              </a:spcBef>
              <a:buNone/>
            </a:pPr>
            <a:r>
              <a:rPr lang="en"/>
              <a:t>Playing the game</a:t>
            </a:r>
          </a:p>
        </p:txBody>
      </p:sp>
      <p:sp>
        <p:nvSpPr>
          <p:cNvPr id="372" name="Shape 372"/>
          <p:cNvSpPr txBox="1"/>
          <p:nvPr>
            <p:ph idx="1" type="body"/>
          </p:nvPr>
        </p:nvSpPr>
        <p:spPr>
          <a:xfrm>
            <a:off x="5050625" y="1678225"/>
            <a:ext cx="3471600" cy="2825400"/>
          </a:xfrm>
          <a:prstGeom prst="rect">
            <a:avLst/>
          </a:prstGeom>
        </p:spPr>
        <p:txBody>
          <a:bodyPr anchorCtr="0" anchor="t" bIns="91425" lIns="91425" rIns="91425" wrap="square" tIns="91425">
            <a:noAutofit/>
          </a:bodyPr>
          <a:lstStyle/>
          <a:p>
            <a:pPr indent="-311150" lvl="0" marL="457200" rtl="0">
              <a:spcBef>
                <a:spcPts val="0"/>
              </a:spcBef>
              <a:spcAft>
                <a:spcPts val="0"/>
              </a:spcAft>
              <a:buSzPts val="1300"/>
              <a:buChar char="●"/>
            </a:pPr>
            <a:r>
              <a:rPr lang="en"/>
              <a:t>The user controls the movement of the snake by swiping on the screen, which will cause the snake to turn in a new direction. </a:t>
            </a:r>
          </a:p>
          <a:p>
            <a:pPr indent="-311150" lvl="0" marL="457200" rtl="0">
              <a:spcBef>
                <a:spcPts val="0"/>
              </a:spcBef>
              <a:spcAft>
                <a:spcPts val="0"/>
              </a:spcAft>
              <a:buSzPts val="1300"/>
              <a:buChar char="●"/>
            </a:pPr>
            <a:r>
              <a:rPr lang="en"/>
              <a:t>The goal is to collide with the food, which will cause the snake to grow. Each piece of food that the snake “eats” will cause in increment in the score, which is displayed on the top of the screen. </a:t>
            </a:r>
          </a:p>
          <a:p>
            <a:pPr indent="-311150" lvl="0" marL="457200">
              <a:spcBef>
                <a:spcPts val="0"/>
              </a:spcBef>
              <a:buSzPts val="1300"/>
              <a:buChar char="●"/>
            </a:pPr>
            <a:r>
              <a:rPr lang="en"/>
              <a:t>If the snake hits the side of the game board or hits its own body, the game ends. </a:t>
            </a:r>
          </a:p>
        </p:txBody>
      </p:sp>
      <p:pic>
        <p:nvPicPr>
          <p:cNvPr id="373" name="Shape 373"/>
          <p:cNvPicPr preferRelativeResize="0"/>
          <p:nvPr/>
        </p:nvPicPr>
        <p:blipFill>
          <a:blip r:embed="rId3">
            <a:alphaModFix/>
          </a:blip>
          <a:stretch>
            <a:fillRect/>
          </a:stretch>
        </p:blipFill>
        <p:spPr>
          <a:xfrm>
            <a:off x="1714975" y="152400"/>
            <a:ext cx="2352818" cy="48387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77" name="Shape 377"/>
        <p:cNvGrpSpPr/>
        <p:nvPr/>
      </p:nvGrpSpPr>
      <p:grpSpPr>
        <a:xfrm>
          <a:off x="0" y="0"/>
          <a:ext cx="0" cy="0"/>
          <a:chOff x="0" y="0"/>
          <a:chExt cx="0" cy="0"/>
        </a:xfrm>
      </p:grpSpPr>
      <p:sp>
        <p:nvSpPr>
          <p:cNvPr id="378" name="Shape 378"/>
          <p:cNvSpPr txBox="1"/>
          <p:nvPr>
            <p:ph type="title"/>
          </p:nvPr>
        </p:nvSpPr>
        <p:spPr>
          <a:xfrm>
            <a:off x="1303800" y="598575"/>
            <a:ext cx="3312000" cy="1590000"/>
          </a:xfrm>
          <a:prstGeom prst="rect">
            <a:avLst/>
          </a:prstGeom>
        </p:spPr>
        <p:txBody>
          <a:bodyPr anchorCtr="0" anchor="t" bIns="91425" lIns="91425" rIns="91425" wrap="square" tIns="91425">
            <a:noAutofit/>
          </a:bodyPr>
          <a:lstStyle/>
          <a:p>
            <a:pPr indent="0" lvl="0" marL="0">
              <a:spcBef>
                <a:spcPts val="0"/>
              </a:spcBef>
              <a:buNone/>
            </a:pPr>
            <a:r>
              <a:rPr lang="en"/>
              <a:t>Snake-</a:t>
            </a:r>
          </a:p>
          <a:p>
            <a:pPr indent="0" lvl="0" marL="0">
              <a:spcBef>
                <a:spcPts val="0"/>
              </a:spcBef>
              <a:buNone/>
            </a:pPr>
            <a:r>
              <a:rPr lang="en"/>
              <a:t>Ending the Game</a:t>
            </a:r>
          </a:p>
        </p:txBody>
      </p:sp>
      <p:sp>
        <p:nvSpPr>
          <p:cNvPr id="379" name="Shape 379"/>
          <p:cNvSpPr txBox="1"/>
          <p:nvPr>
            <p:ph idx="1" type="body"/>
          </p:nvPr>
        </p:nvSpPr>
        <p:spPr>
          <a:xfrm>
            <a:off x="1303800" y="1799150"/>
            <a:ext cx="3312000" cy="2732400"/>
          </a:xfrm>
          <a:prstGeom prst="rect">
            <a:avLst/>
          </a:prstGeom>
        </p:spPr>
        <p:txBody>
          <a:bodyPr anchorCtr="0" anchor="t" bIns="91425" lIns="91425" rIns="91425" wrap="square" tIns="91425">
            <a:noAutofit/>
          </a:bodyPr>
          <a:lstStyle/>
          <a:p>
            <a:pPr indent="-311150" lvl="0" marL="457200" rtl="0">
              <a:spcBef>
                <a:spcPts val="0"/>
              </a:spcBef>
              <a:spcAft>
                <a:spcPts val="0"/>
              </a:spcAft>
              <a:buSzPts val="1300"/>
              <a:buChar char="●"/>
            </a:pPr>
            <a:r>
              <a:rPr lang="en"/>
              <a:t>When the game ends, this screen is displayed.</a:t>
            </a:r>
          </a:p>
          <a:p>
            <a:pPr indent="-311150" lvl="0" marL="457200" rtl="0">
              <a:spcBef>
                <a:spcPts val="0"/>
              </a:spcBef>
              <a:spcAft>
                <a:spcPts val="0"/>
              </a:spcAft>
              <a:buSzPts val="1300"/>
              <a:buChar char="●"/>
            </a:pPr>
            <a:r>
              <a:rPr lang="en"/>
              <a:t>It shows the score at which the user ended.</a:t>
            </a:r>
          </a:p>
          <a:p>
            <a:pPr indent="-311150" lvl="0" marL="457200" rtl="0">
              <a:spcBef>
                <a:spcPts val="0"/>
              </a:spcBef>
              <a:spcAft>
                <a:spcPts val="0"/>
              </a:spcAft>
              <a:buSzPts val="1300"/>
              <a:buChar char="●"/>
            </a:pPr>
            <a:r>
              <a:rPr lang="en"/>
              <a:t>It also displays the high score.</a:t>
            </a:r>
          </a:p>
          <a:p>
            <a:pPr indent="-311150" lvl="0" marL="457200" rtl="0">
              <a:spcBef>
                <a:spcPts val="0"/>
              </a:spcBef>
              <a:spcAft>
                <a:spcPts val="0"/>
              </a:spcAft>
              <a:buSzPts val="1300"/>
              <a:buChar char="●"/>
            </a:pPr>
            <a:r>
              <a:rPr lang="en"/>
              <a:t>The user is presented with two options: to play again or to quit to the home screen.</a:t>
            </a:r>
          </a:p>
          <a:p>
            <a:pPr indent="-311150" lvl="0" marL="457200">
              <a:spcBef>
                <a:spcPts val="0"/>
              </a:spcBef>
              <a:buSzPts val="1300"/>
              <a:buChar char="●"/>
            </a:pPr>
            <a:r>
              <a:rPr lang="en"/>
              <a:t>The high score does not get cleared even if the user exits out of the app.</a:t>
            </a:r>
          </a:p>
        </p:txBody>
      </p:sp>
      <p:pic>
        <p:nvPicPr>
          <p:cNvPr id="380" name="Shape 380"/>
          <p:cNvPicPr preferRelativeResize="0"/>
          <p:nvPr/>
        </p:nvPicPr>
        <p:blipFill>
          <a:blip r:embed="rId3">
            <a:alphaModFix/>
          </a:blip>
          <a:stretch>
            <a:fillRect/>
          </a:stretch>
        </p:blipFill>
        <p:spPr>
          <a:xfrm>
            <a:off x="5958750" y="152400"/>
            <a:ext cx="2352818" cy="48387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84" name="Shape 384"/>
        <p:cNvGrpSpPr/>
        <p:nvPr/>
      </p:nvGrpSpPr>
      <p:grpSpPr>
        <a:xfrm>
          <a:off x="0" y="0"/>
          <a:ext cx="0" cy="0"/>
          <a:chOff x="0" y="0"/>
          <a:chExt cx="0" cy="0"/>
        </a:xfrm>
      </p:grpSpPr>
      <p:sp>
        <p:nvSpPr>
          <p:cNvPr id="385" name="Shape 385"/>
          <p:cNvSpPr txBox="1"/>
          <p:nvPr>
            <p:ph type="title"/>
          </p:nvPr>
        </p:nvSpPr>
        <p:spPr>
          <a:xfrm>
            <a:off x="1303800" y="598575"/>
            <a:ext cx="7030500" cy="999300"/>
          </a:xfrm>
          <a:prstGeom prst="rect">
            <a:avLst/>
          </a:prstGeom>
        </p:spPr>
        <p:txBody>
          <a:bodyPr anchorCtr="0" anchor="t" bIns="91425" lIns="91425" rIns="91425" wrap="square" tIns="91425">
            <a:noAutofit/>
          </a:bodyPr>
          <a:lstStyle/>
          <a:p>
            <a:pPr indent="0" lvl="0" marL="0" rtl="0">
              <a:spcBef>
                <a:spcPts val="0"/>
              </a:spcBef>
              <a:buNone/>
            </a:pPr>
            <a:r>
              <a:rPr i="1" lang="en"/>
              <a:t>How it works….</a:t>
            </a:r>
          </a:p>
        </p:txBody>
      </p:sp>
      <p:sp>
        <p:nvSpPr>
          <p:cNvPr id="386" name="Shape 386"/>
          <p:cNvSpPr txBox="1"/>
          <p:nvPr>
            <p:ph idx="1" type="body"/>
          </p:nvPr>
        </p:nvSpPr>
        <p:spPr>
          <a:xfrm>
            <a:off x="1303800" y="1990050"/>
            <a:ext cx="7030500" cy="2541600"/>
          </a:xfrm>
          <a:prstGeom prst="rect">
            <a:avLst/>
          </a:prstGeom>
        </p:spPr>
        <p:txBody>
          <a:bodyPr anchorCtr="0" anchor="t" bIns="91425" lIns="91425" rIns="91425" wrap="square" tIns="91425">
            <a:noAutofit/>
          </a:bodyPr>
          <a:lstStyle/>
          <a:p>
            <a:pPr indent="-311150" lvl="0" marL="457200" rtl="0">
              <a:spcBef>
                <a:spcPts val="0"/>
              </a:spcBef>
              <a:spcAft>
                <a:spcPts val="0"/>
              </a:spcAft>
              <a:buSzPts val="1300"/>
              <a:buChar char="●"/>
            </a:pPr>
            <a:r>
              <a:rPr lang="en"/>
              <a:t>User swiping implements onTouch function to change direction of snake.</a:t>
            </a:r>
          </a:p>
          <a:p>
            <a:pPr indent="-311150" lvl="0" marL="457200" rtl="0">
              <a:spcBef>
                <a:spcPts val="0"/>
              </a:spcBef>
              <a:spcAft>
                <a:spcPts val="0"/>
              </a:spcAft>
              <a:buSzPts val="1300"/>
              <a:buChar char="●"/>
            </a:pPr>
            <a:r>
              <a:rPr lang="en"/>
              <a:t>The position of the fruit is determined by randomizing coordinates on the game board.</a:t>
            </a:r>
          </a:p>
          <a:p>
            <a:pPr indent="-311150" lvl="0" marL="457200" rtl="0">
              <a:spcBef>
                <a:spcPts val="0"/>
              </a:spcBef>
              <a:spcAft>
                <a:spcPts val="0"/>
              </a:spcAft>
              <a:buSzPts val="1300"/>
              <a:buChar char="●"/>
            </a:pPr>
            <a:r>
              <a:rPr lang="en"/>
              <a:t>When the coordinates of the snake’s head equal the coordinates of the fruit, the snake grows in size, the fruit disappears, and a new fruit is generated at a random position.</a:t>
            </a:r>
          </a:p>
          <a:p>
            <a:pPr indent="-311150" lvl="0" marL="457200" rtl="0">
              <a:spcBef>
                <a:spcPts val="0"/>
              </a:spcBef>
              <a:spcAft>
                <a:spcPts val="0"/>
              </a:spcAft>
              <a:buSzPts val="1300"/>
              <a:buChar char="●"/>
            </a:pPr>
            <a:r>
              <a:rPr lang="en"/>
              <a:t>The user loses when the coordinates of the snake’s head equals the coordinates of the game board’s border or when it equals the </a:t>
            </a:r>
            <a:r>
              <a:rPr lang="en"/>
              <a:t>coordinates</a:t>
            </a:r>
            <a:r>
              <a:rPr lang="en"/>
              <a:t> of its body.</a:t>
            </a:r>
          </a:p>
          <a:p>
            <a:pPr indent="-311150" lvl="0" marL="457200" rtl="0">
              <a:spcBef>
                <a:spcPts val="0"/>
              </a:spcBef>
              <a:buSzPts val="1300"/>
              <a:buChar char="●"/>
            </a:pPr>
            <a:r>
              <a:rPr lang="en"/>
              <a:t>The high score is saved and preserved using Shared Preferences.</a:t>
            </a: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90" name="Shape 390"/>
        <p:cNvGrpSpPr/>
        <p:nvPr/>
      </p:nvGrpSpPr>
      <p:grpSpPr>
        <a:xfrm>
          <a:off x="0" y="0"/>
          <a:ext cx="0" cy="0"/>
          <a:chOff x="0" y="0"/>
          <a:chExt cx="0" cy="0"/>
        </a:xfrm>
      </p:grpSpPr>
      <p:sp>
        <p:nvSpPr>
          <p:cNvPr id="391" name="Shape 391"/>
          <p:cNvSpPr txBox="1"/>
          <p:nvPr>
            <p:ph type="title"/>
          </p:nvPr>
        </p:nvSpPr>
        <p:spPr>
          <a:xfrm>
            <a:off x="824000" y="1613825"/>
            <a:ext cx="5857800" cy="1872900"/>
          </a:xfrm>
          <a:prstGeom prst="rect">
            <a:avLst/>
          </a:prstGeom>
        </p:spPr>
        <p:txBody>
          <a:bodyPr anchorCtr="0" anchor="ctr" bIns="91425" lIns="91425" rIns="91425" wrap="square" tIns="91425">
            <a:noAutofit/>
          </a:bodyPr>
          <a:lstStyle/>
          <a:p>
            <a:pPr indent="0" lvl="0" marL="0">
              <a:spcBef>
                <a:spcPts val="0"/>
              </a:spcBef>
              <a:buNone/>
            </a:pPr>
            <a:r>
              <a:rPr lang="en"/>
              <a:t>Credits</a:t>
            </a: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395" name="Shape 395"/>
        <p:cNvGrpSpPr/>
        <p:nvPr/>
      </p:nvGrpSpPr>
      <p:grpSpPr>
        <a:xfrm>
          <a:off x="0" y="0"/>
          <a:ext cx="0" cy="0"/>
          <a:chOff x="0" y="0"/>
          <a:chExt cx="0" cy="0"/>
        </a:xfrm>
      </p:grpSpPr>
      <p:sp>
        <p:nvSpPr>
          <p:cNvPr id="396" name="Shape 396"/>
          <p:cNvSpPr txBox="1"/>
          <p:nvPr>
            <p:ph idx="1" type="body"/>
          </p:nvPr>
        </p:nvSpPr>
        <p:spPr>
          <a:xfrm>
            <a:off x="1303800" y="822525"/>
            <a:ext cx="7030500" cy="3718500"/>
          </a:xfrm>
          <a:prstGeom prst="rect">
            <a:avLst/>
          </a:prstGeom>
        </p:spPr>
        <p:txBody>
          <a:bodyPr anchorCtr="0" anchor="t" bIns="91425" lIns="91425" rIns="91425" wrap="square" tIns="91425">
            <a:noAutofit/>
          </a:bodyPr>
          <a:lstStyle/>
          <a:p>
            <a:pPr indent="0" lvl="0" marL="0" rtl="0">
              <a:spcBef>
                <a:spcPts val="0"/>
              </a:spcBef>
              <a:spcAft>
                <a:spcPts val="0"/>
              </a:spcAft>
              <a:buNone/>
            </a:pPr>
            <a:r>
              <a:rPr lang="en">
                <a:solidFill>
                  <a:srgbClr val="000000"/>
                </a:solidFill>
                <a:highlight>
                  <a:srgbClr val="FFFFFF"/>
                </a:highlight>
              </a:rPr>
              <a:t>All group members handled tasks typically delegated to Project Lead.</a:t>
            </a:r>
          </a:p>
          <a:p>
            <a:pPr indent="0" lvl="0" marL="0" rtl="0">
              <a:spcBef>
                <a:spcPts val="0"/>
              </a:spcBef>
              <a:spcAft>
                <a:spcPts val="0"/>
              </a:spcAft>
              <a:buNone/>
            </a:pPr>
            <a:r>
              <a:rPr lang="en">
                <a:solidFill>
                  <a:srgbClr val="000000"/>
                </a:solidFill>
                <a:highlight>
                  <a:srgbClr val="FFFFFF"/>
                </a:highlight>
              </a:rPr>
              <a:t>A more detailed description of each member’s role is found in the StatementOfWork document</a:t>
            </a:r>
          </a:p>
          <a:p>
            <a:pPr indent="0" lvl="0" marL="0" rtl="0">
              <a:spcBef>
                <a:spcPts val="0"/>
              </a:spcBef>
              <a:spcAft>
                <a:spcPts val="0"/>
              </a:spcAft>
              <a:buNone/>
            </a:pPr>
            <a:r>
              <a:t/>
            </a:r>
            <a:endParaRPr>
              <a:solidFill>
                <a:srgbClr val="000000"/>
              </a:solidFill>
              <a:highlight>
                <a:srgbClr val="FFFFFF"/>
              </a:highlight>
            </a:endParaRPr>
          </a:p>
          <a:p>
            <a:pPr indent="0" lvl="0" marL="0" rtl="0">
              <a:spcBef>
                <a:spcPts val="0"/>
              </a:spcBef>
              <a:spcAft>
                <a:spcPts val="0"/>
              </a:spcAft>
              <a:buNone/>
            </a:pPr>
            <a:r>
              <a:rPr lang="en">
                <a:solidFill>
                  <a:srgbClr val="000000"/>
                </a:solidFill>
                <a:highlight>
                  <a:srgbClr val="FFFFFF"/>
                </a:highlight>
              </a:rPr>
              <a:t>Sylvia Baeyens: Documentation Manager</a:t>
            </a:r>
          </a:p>
          <a:p>
            <a:pPr indent="0" lvl="0" marL="457200" rtl="0">
              <a:spcBef>
                <a:spcPts val="0"/>
              </a:spcBef>
              <a:spcAft>
                <a:spcPts val="0"/>
              </a:spcAft>
              <a:buNone/>
            </a:pPr>
            <a:r>
              <a:rPr i="1" lang="en">
                <a:solidFill>
                  <a:srgbClr val="000000"/>
                </a:solidFill>
                <a:highlight>
                  <a:srgbClr val="FFFFFF"/>
                </a:highlight>
              </a:rPr>
              <a:t>Responsible for</a:t>
            </a:r>
            <a:r>
              <a:rPr lang="en">
                <a:solidFill>
                  <a:srgbClr val="000000"/>
                </a:solidFill>
                <a:highlight>
                  <a:srgbClr val="FFFFFF"/>
                </a:highlight>
              </a:rPr>
              <a:t> : StatementOfWork, ProjectDocumentation, ProjectArchitecture, 	Timeline, the YouTube video</a:t>
            </a:r>
          </a:p>
          <a:p>
            <a:pPr indent="0" lvl="0" marL="457200" rtl="0">
              <a:spcBef>
                <a:spcPts val="0"/>
              </a:spcBef>
              <a:spcAft>
                <a:spcPts val="0"/>
              </a:spcAft>
              <a:buNone/>
            </a:pPr>
            <a:r>
              <a:t/>
            </a:r>
            <a:endParaRPr>
              <a:solidFill>
                <a:srgbClr val="000000"/>
              </a:solidFill>
              <a:highlight>
                <a:srgbClr val="FFFFFF"/>
              </a:highlight>
            </a:endParaRPr>
          </a:p>
          <a:p>
            <a:pPr indent="0" lvl="0" marL="0" rtl="0">
              <a:spcBef>
                <a:spcPts val="0"/>
              </a:spcBef>
              <a:spcAft>
                <a:spcPts val="0"/>
              </a:spcAft>
              <a:buNone/>
            </a:pPr>
            <a:r>
              <a:rPr lang="en">
                <a:solidFill>
                  <a:srgbClr val="000000"/>
                </a:solidFill>
                <a:highlight>
                  <a:srgbClr val="FFFFFF"/>
                </a:highlight>
              </a:rPr>
              <a:t>Drew Boodhan: GUI &amp; Processing Designer</a:t>
            </a:r>
          </a:p>
          <a:p>
            <a:pPr indent="0" lvl="0" marL="457200" rtl="0">
              <a:spcBef>
                <a:spcPts val="0"/>
              </a:spcBef>
              <a:spcAft>
                <a:spcPts val="0"/>
              </a:spcAft>
              <a:buNone/>
            </a:pPr>
            <a:r>
              <a:rPr i="1" lang="en">
                <a:solidFill>
                  <a:srgbClr val="000000"/>
                </a:solidFill>
                <a:highlight>
                  <a:srgbClr val="FFFFFF"/>
                </a:highlight>
              </a:rPr>
              <a:t>Responsible for</a:t>
            </a:r>
            <a:r>
              <a:rPr lang="en">
                <a:solidFill>
                  <a:srgbClr val="000000"/>
                </a:solidFill>
                <a:highlight>
                  <a:srgbClr val="FFFFFF"/>
                </a:highlight>
              </a:rPr>
              <a:t> : Rock-Paper-Scissors</a:t>
            </a:r>
          </a:p>
          <a:p>
            <a:pPr indent="0" lvl="0" marL="457200" rtl="0">
              <a:spcBef>
                <a:spcPts val="0"/>
              </a:spcBef>
              <a:spcAft>
                <a:spcPts val="0"/>
              </a:spcAft>
              <a:buNone/>
            </a:pPr>
            <a:r>
              <a:t/>
            </a:r>
            <a:endParaRPr>
              <a:solidFill>
                <a:srgbClr val="000000"/>
              </a:solidFill>
              <a:highlight>
                <a:srgbClr val="FFFFFF"/>
              </a:highlight>
            </a:endParaRPr>
          </a:p>
          <a:p>
            <a:pPr indent="0" lvl="0" marL="0" rtl="0">
              <a:spcBef>
                <a:spcPts val="0"/>
              </a:spcBef>
              <a:spcAft>
                <a:spcPts val="0"/>
              </a:spcAft>
              <a:buNone/>
            </a:pPr>
            <a:r>
              <a:rPr lang="en">
                <a:solidFill>
                  <a:srgbClr val="000000"/>
                </a:solidFill>
                <a:highlight>
                  <a:srgbClr val="FFFFFF"/>
                </a:highlight>
              </a:rPr>
              <a:t>Gerard Devlin: Interface Designer</a:t>
            </a:r>
          </a:p>
          <a:p>
            <a:pPr indent="0" lvl="0" marL="457200" rtl="0">
              <a:spcBef>
                <a:spcPts val="0"/>
              </a:spcBef>
              <a:spcAft>
                <a:spcPts val="0"/>
              </a:spcAft>
              <a:buNone/>
            </a:pPr>
            <a:r>
              <a:rPr i="1" lang="en">
                <a:solidFill>
                  <a:srgbClr val="000000"/>
                </a:solidFill>
                <a:highlight>
                  <a:srgbClr val="FFFFFF"/>
                </a:highlight>
              </a:rPr>
              <a:t>Responsible for</a:t>
            </a:r>
            <a:r>
              <a:rPr lang="en">
                <a:solidFill>
                  <a:srgbClr val="000000"/>
                </a:solidFill>
                <a:highlight>
                  <a:srgbClr val="FFFFFF"/>
                </a:highlight>
              </a:rPr>
              <a:t> : ensuring that all three seperate game codes can be integrated into one fully-functioning application; assisting other members with the individual games</a:t>
            </a:r>
          </a:p>
          <a:p>
            <a:pPr indent="0" lvl="0" marL="0" rtl="0">
              <a:spcBef>
                <a:spcPts val="0"/>
              </a:spcBef>
              <a:spcAft>
                <a:spcPts val="0"/>
              </a:spcAft>
              <a:buNone/>
            </a:pPr>
            <a:r>
              <a:t/>
            </a:r>
            <a:endParaRPr>
              <a:solidFill>
                <a:srgbClr val="000000"/>
              </a:solidFill>
              <a:highlight>
                <a:srgbClr val="FFFFFF"/>
              </a:highlight>
            </a:endParaRPr>
          </a:p>
          <a:p>
            <a:pPr indent="0" lvl="0" marL="0" rtl="0">
              <a:spcBef>
                <a:spcPts val="0"/>
              </a:spcBef>
              <a:spcAft>
                <a:spcPts val="0"/>
              </a:spcAft>
              <a:buNone/>
            </a:pPr>
            <a:r>
              <a:t/>
            </a:r>
            <a:endParaRPr>
              <a:solidFill>
                <a:srgbClr val="000000"/>
              </a:solidFill>
              <a:highlight>
                <a:srgbClr val="FFFFFF"/>
              </a:highlight>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p:cSld>
    <p:spTree>
      <p:nvGrpSpPr>
        <p:cNvPr id="400" name="Shape 400"/>
        <p:cNvGrpSpPr/>
        <p:nvPr/>
      </p:nvGrpSpPr>
      <p:grpSpPr>
        <a:xfrm>
          <a:off x="0" y="0"/>
          <a:ext cx="0" cy="0"/>
          <a:chOff x="0" y="0"/>
          <a:chExt cx="0" cy="0"/>
        </a:xfrm>
      </p:grpSpPr>
      <p:sp>
        <p:nvSpPr>
          <p:cNvPr id="401" name="Shape 401"/>
          <p:cNvSpPr txBox="1"/>
          <p:nvPr>
            <p:ph idx="1" type="body"/>
          </p:nvPr>
        </p:nvSpPr>
        <p:spPr>
          <a:xfrm>
            <a:off x="1303800" y="813225"/>
            <a:ext cx="7030500" cy="3718500"/>
          </a:xfrm>
          <a:prstGeom prst="rect">
            <a:avLst/>
          </a:prstGeom>
        </p:spPr>
        <p:txBody>
          <a:bodyPr anchorCtr="0" anchor="t" bIns="91425" lIns="91425" rIns="91425" wrap="square" tIns="91425">
            <a:noAutofit/>
          </a:bodyPr>
          <a:lstStyle/>
          <a:p>
            <a:pPr indent="0" lvl="0" marL="0" rtl="0">
              <a:spcBef>
                <a:spcPts val="0"/>
              </a:spcBef>
              <a:spcAft>
                <a:spcPts val="0"/>
              </a:spcAft>
              <a:buNone/>
            </a:pPr>
            <a:r>
              <a:rPr lang="en">
                <a:solidFill>
                  <a:srgbClr val="000000"/>
                </a:solidFill>
                <a:highlight>
                  <a:srgbClr val="FFFFFF"/>
                </a:highlight>
              </a:rPr>
              <a:t>Christopher Jung: GUI &amp; Processing Designer</a:t>
            </a:r>
          </a:p>
          <a:p>
            <a:pPr indent="0" lvl="0" marL="457200" rtl="0">
              <a:spcBef>
                <a:spcPts val="0"/>
              </a:spcBef>
              <a:spcAft>
                <a:spcPts val="0"/>
              </a:spcAft>
              <a:buNone/>
            </a:pPr>
            <a:r>
              <a:rPr i="1" lang="en">
                <a:solidFill>
                  <a:srgbClr val="000000"/>
                </a:solidFill>
                <a:highlight>
                  <a:srgbClr val="FFFFFF"/>
                </a:highlight>
              </a:rPr>
              <a:t>Responsible for</a:t>
            </a:r>
            <a:r>
              <a:rPr lang="en">
                <a:solidFill>
                  <a:srgbClr val="000000"/>
                </a:solidFill>
                <a:highlight>
                  <a:srgbClr val="FFFFFF"/>
                </a:highlight>
              </a:rPr>
              <a:t> : Tic Tac Toe</a:t>
            </a:r>
          </a:p>
          <a:p>
            <a:pPr indent="0" lvl="0" marL="457200" rtl="0">
              <a:spcBef>
                <a:spcPts val="0"/>
              </a:spcBef>
              <a:spcAft>
                <a:spcPts val="0"/>
              </a:spcAft>
              <a:buNone/>
            </a:pPr>
            <a:r>
              <a:t/>
            </a:r>
            <a:endParaRPr>
              <a:solidFill>
                <a:srgbClr val="000000"/>
              </a:solidFill>
              <a:highlight>
                <a:srgbClr val="FFFFFF"/>
              </a:highlight>
            </a:endParaRPr>
          </a:p>
          <a:p>
            <a:pPr indent="0" lvl="0" marL="0" rtl="0">
              <a:spcBef>
                <a:spcPts val="0"/>
              </a:spcBef>
              <a:spcAft>
                <a:spcPts val="0"/>
              </a:spcAft>
              <a:buNone/>
            </a:pPr>
            <a:r>
              <a:rPr lang="en">
                <a:solidFill>
                  <a:srgbClr val="000000"/>
                </a:solidFill>
                <a:highlight>
                  <a:srgbClr val="FFFFFF"/>
                </a:highlight>
              </a:rPr>
              <a:t>Noah Mahli: GUI &amp; Processing Designer</a:t>
            </a:r>
          </a:p>
          <a:p>
            <a:pPr indent="0" lvl="0" marL="457200" rtl="0">
              <a:spcBef>
                <a:spcPts val="0"/>
              </a:spcBef>
              <a:spcAft>
                <a:spcPts val="0"/>
              </a:spcAft>
              <a:buNone/>
            </a:pPr>
            <a:r>
              <a:rPr i="1" lang="en">
                <a:solidFill>
                  <a:srgbClr val="000000"/>
                </a:solidFill>
                <a:highlight>
                  <a:srgbClr val="FFFFFF"/>
                </a:highlight>
              </a:rPr>
              <a:t>Responsible for</a:t>
            </a:r>
            <a:r>
              <a:rPr lang="en">
                <a:solidFill>
                  <a:srgbClr val="000000"/>
                </a:solidFill>
                <a:highlight>
                  <a:srgbClr val="FFFFFF"/>
                </a:highlight>
              </a:rPr>
              <a:t> : Snake</a:t>
            </a:r>
          </a:p>
          <a:p>
            <a:pPr indent="0" lvl="0" marL="457200" rtl="0">
              <a:spcBef>
                <a:spcPts val="0"/>
              </a:spcBef>
              <a:spcAft>
                <a:spcPts val="0"/>
              </a:spcAft>
              <a:buNone/>
            </a:pPr>
            <a:r>
              <a:t/>
            </a:r>
            <a:endParaRPr>
              <a:solidFill>
                <a:srgbClr val="000000"/>
              </a:solidFill>
              <a:highlight>
                <a:srgbClr val="FFFFFF"/>
              </a:highlight>
            </a:endParaRPr>
          </a:p>
          <a:p>
            <a:pPr indent="0" lvl="0" marL="0" rtl="0">
              <a:spcBef>
                <a:spcPts val="0"/>
              </a:spcBef>
              <a:spcAft>
                <a:spcPts val="0"/>
              </a:spcAft>
              <a:buNone/>
            </a:pPr>
            <a:r>
              <a:rPr lang="en">
                <a:solidFill>
                  <a:srgbClr val="000000"/>
                </a:solidFill>
                <a:highlight>
                  <a:srgbClr val="FFFFFF"/>
                </a:highlight>
              </a:rPr>
              <a:t>Brian Xu: Interface Designer</a:t>
            </a:r>
          </a:p>
          <a:p>
            <a:pPr indent="0" lvl="0" marL="457200" rtl="0">
              <a:spcBef>
                <a:spcPts val="0"/>
              </a:spcBef>
              <a:spcAft>
                <a:spcPts val="0"/>
              </a:spcAft>
              <a:buNone/>
            </a:pPr>
            <a:r>
              <a:rPr i="1" lang="en">
                <a:solidFill>
                  <a:srgbClr val="000000"/>
                </a:solidFill>
                <a:highlight>
                  <a:srgbClr val="FFFFFF"/>
                </a:highlight>
              </a:rPr>
              <a:t>Responsible for</a:t>
            </a:r>
            <a:r>
              <a:rPr lang="en">
                <a:solidFill>
                  <a:srgbClr val="000000"/>
                </a:solidFill>
                <a:highlight>
                  <a:srgbClr val="FFFFFF"/>
                </a:highlight>
              </a:rPr>
              <a:t> : ensuring that all three seperate game codes can be integrated into one fully-functioning application; assisting other members with the individual games</a:t>
            </a:r>
          </a:p>
          <a:p>
            <a:pPr indent="0" lvl="0" marL="0" rtl="0">
              <a:spcBef>
                <a:spcPts val="0"/>
              </a:spcBef>
              <a:spcAft>
                <a:spcPts val="0"/>
              </a:spcAft>
              <a:buNone/>
            </a:pPr>
            <a:r>
              <a:t/>
            </a:r>
            <a:endParaRPr>
              <a:solidFill>
                <a:srgbClr val="000000"/>
              </a:solidFill>
              <a:highlight>
                <a:srgbClr val="FFFFFF"/>
              </a:highlight>
            </a:endParaRPr>
          </a:p>
          <a:p>
            <a:pPr indent="0" lvl="0" marL="457200" rtl="0">
              <a:spcBef>
                <a:spcPts val="0"/>
              </a:spcBef>
              <a:spcAft>
                <a:spcPts val="0"/>
              </a:spcAft>
              <a:buNone/>
            </a:pPr>
            <a:r>
              <a:t/>
            </a:r>
            <a:endParaRPr>
              <a:solidFill>
                <a:srgbClr val="000000"/>
              </a:solidFill>
              <a:highlight>
                <a:srgbClr val="FFFFFF"/>
              </a:highlight>
            </a:endParaRPr>
          </a:p>
          <a:p>
            <a:pPr indent="0" lvl="0" marL="0" rtl="0">
              <a:spcBef>
                <a:spcPts val="0"/>
              </a:spcBef>
              <a:spcAft>
                <a:spcPts val="0"/>
              </a:spcAft>
              <a:buNone/>
            </a:pPr>
            <a:r>
              <a:t/>
            </a:r>
            <a:endParaRPr>
              <a:solidFill>
                <a:srgbClr val="000000"/>
              </a:solidFill>
              <a:highlight>
                <a:srgbClr val="FFFFFF"/>
              </a:highlight>
            </a:endParaRPr>
          </a:p>
          <a:p>
            <a:pPr indent="0" lvl="0" marL="0" rtl="0">
              <a:spcBef>
                <a:spcPts val="0"/>
              </a:spcBef>
              <a:spcAft>
                <a:spcPts val="0"/>
              </a:spcAft>
              <a:buNone/>
            </a:pPr>
            <a:r>
              <a:t/>
            </a:r>
            <a:endParaRPr>
              <a:solidFill>
                <a:srgbClr val="000000"/>
              </a:solidFill>
              <a:highlight>
                <a:srgbClr val="FFFFFF"/>
              </a:highlight>
            </a:endParaRPr>
          </a:p>
          <a:p>
            <a:pPr indent="0" lvl="0" marL="0">
              <a:spcBef>
                <a:spcPts val="0"/>
              </a:spcBef>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Momentum">
  <a:themeElements>
    <a:clrScheme name="Momentum">
      <a:dk1>
        <a:srgbClr val="C0791B"/>
      </a:dk1>
      <a:lt1>
        <a:srgbClr val="FFFFFF"/>
      </a:lt1>
      <a:dk2>
        <a:srgbClr val="424242"/>
      </a:dk2>
      <a:lt2>
        <a:srgbClr val="8DD8D3"/>
      </a:lt2>
      <a:accent1>
        <a:srgbClr val="0B6374"/>
      </a:accent1>
      <a:accent2>
        <a:srgbClr val="FD5B58"/>
      </a:accent2>
      <a:accent3>
        <a:srgbClr val="599191"/>
      </a:accent3>
      <a:accent4>
        <a:srgbClr val="D7E6A3"/>
      </a:accent4>
      <a:accent5>
        <a:srgbClr val="27278B"/>
      </a:accent5>
      <a:accent6>
        <a:srgbClr val="D558AB"/>
      </a:accent6>
      <a:hlink>
        <a:srgbClr val="27278B"/>
      </a:hlink>
      <a:folHlink>
        <a:srgbClr val="2727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